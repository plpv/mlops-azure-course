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1"/>
  </p:notesMasterIdLst>
  <p:sldIdLst>
    <p:sldId id="256" r:id="rId5"/>
    <p:sldId id="324" r:id="rId6"/>
    <p:sldId id="312" r:id="rId7"/>
    <p:sldId id="391" r:id="rId8"/>
    <p:sldId id="390" r:id="rId9"/>
    <p:sldId id="389" r:id="rId1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arrere, Elise" initials="BE" lastIdx="1" clrIdx="0">
    <p:extLst>
      <p:ext uri="{19B8F6BF-5375-455C-9EA6-DF929625EA0E}">
        <p15:presenceInfo xmlns:p15="http://schemas.microsoft.com/office/powerpoint/2012/main" userId="Barrere, Elise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20101"/>
    <a:srgbClr val="000000"/>
    <a:srgbClr val="155FA9"/>
    <a:srgbClr val="135597"/>
    <a:srgbClr val="0F4379"/>
    <a:srgbClr val="003057"/>
    <a:srgbClr val="5799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D97673-88D1-3DBC-E26C-4D19430C61B3}" v="1564" dt="2025-03-27T16:27:24.807"/>
    <p1510:client id="{AE95312D-3C01-2F61-0960-94D84A6F4451}" v="1234" dt="2025-03-28T15:29:36.00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85123" autoAdjust="0"/>
  </p:normalViewPr>
  <p:slideViewPr>
    <p:cSldViewPr snapToGrid="0">
      <p:cViewPr varScale="1">
        <p:scale>
          <a:sx n="73" d="100"/>
          <a:sy n="73" d="100"/>
        </p:scale>
        <p:origin x="61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F33786-69FA-47D8-964E-2BB12BEAF6E1}" type="datetimeFigureOut">
              <a:rPr lang="fr-FR" smtClean="0"/>
              <a:t>31/03/2025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3A020F-C331-477F-875F-7DD533CFCB4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28471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83A020F-C331-477F-875F-7DD533CFCB4A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96853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Présentation pas</a:t>
            </a:r>
            <a:r>
              <a:rPr lang="fr-FR" baseline="0" dirty="0"/>
              <a:t> technique. </a:t>
            </a:r>
            <a:r>
              <a:rPr lang="fr-FR" baseline="0" dirty="0" err="1"/>
              <a:t>Bcp</a:t>
            </a:r>
            <a:r>
              <a:rPr lang="fr-FR" baseline="0" dirty="0"/>
              <a:t> d’informations glanées au fil de l’eau. Ordres de grandeur, exemples, typologies de fraude, prévention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83A020F-C331-477F-875F-7DD533CFCB4A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5805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7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itre 1"/>
          <p:cNvSpPr>
            <a:spLocks noGrp="1"/>
          </p:cNvSpPr>
          <p:nvPr>
            <p:ph type="title"/>
          </p:nvPr>
        </p:nvSpPr>
        <p:spPr>
          <a:xfrm>
            <a:off x="519480" y="4003122"/>
            <a:ext cx="6731926" cy="865186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  <a:latin typeface="Franklin Gothic Book" panose="020B05030201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11" name="Textplatzhalter 25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519480" y="5114128"/>
            <a:ext cx="6731926" cy="833150"/>
          </a:xfrm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noProof="0" dirty="0"/>
              <a:t>Insérer un niveau de sous-titre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fr-FR" noProof="0" dirty="0"/>
          </a:p>
        </p:txBody>
      </p:sp>
      <p:sp>
        <p:nvSpPr>
          <p:cNvPr id="12" name="Espace réservé du numéro de diapositive 2"/>
          <p:cNvSpPr>
            <a:spLocks noGrp="1"/>
          </p:cNvSpPr>
          <p:nvPr>
            <p:ph type="sldNum" sz="quarter" idx="4"/>
          </p:nvPr>
        </p:nvSpPr>
        <p:spPr>
          <a:xfrm>
            <a:off x="11248525" y="6406728"/>
            <a:ext cx="720000" cy="365125"/>
          </a:xfrm>
          <a:prstGeom prst="rect">
            <a:avLst/>
          </a:prstGeom>
        </p:spPr>
        <p:txBody>
          <a:bodyPr lIns="0" tIns="108000" rIns="0"/>
          <a:lstStyle>
            <a:lvl1pPr algn="r"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pPr>
              <a:defRPr/>
            </a:pPr>
            <a:fld id="{F4FEB08F-923E-484A-9FC5-0AA7BDA29BD6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pic>
        <p:nvPicPr>
          <p:cNvPr id="20" name="Image 19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697" y="5688430"/>
            <a:ext cx="1545882" cy="744860"/>
          </a:xfrm>
          <a:prstGeom prst="rect">
            <a:avLst/>
          </a:prstGeom>
        </p:spPr>
      </p:pic>
      <p:pic>
        <p:nvPicPr>
          <p:cNvPr id="22" name="Image 21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7424" y="5690607"/>
            <a:ext cx="762374" cy="762374"/>
          </a:xfrm>
          <a:prstGeom prst="rect">
            <a:avLst/>
          </a:prstGeom>
        </p:spPr>
      </p:pic>
      <p:pic>
        <p:nvPicPr>
          <p:cNvPr id="14" name="Image 13"/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0530" y="2423880"/>
            <a:ext cx="3198631" cy="3199307"/>
          </a:xfrm>
          <a:prstGeom prst="rect">
            <a:avLst/>
          </a:prstGeom>
        </p:spPr>
      </p:pic>
      <p:sp>
        <p:nvSpPr>
          <p:cNvPr id="16" name="ZoneTexte 15"/>
          <p:cNvSpPr txBox="1"/>
          <p:nvPr userDrawn="1"/>
        </p:nvSpPr>
        <p:spPr>
          <a:xfrm>
            <a:off x="7732201" y="4942100"/>
            <a:ext cx="2935287" cy="218393"/>
          </a:xfrm>
          <a:prstGeom prst="rect">
            <a:avLst/>
          </a:prstGeom>
          <a:noFill/>
        </p:spPr>
        <p:txBody>
          <a:bodyPr wrap="square" lIns="36000" tIns="0" rIns="36000" bIns="0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400" dirty="0">
                <a:solidFill>
                  <a:schemeClr val="tx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AI &amp; BLOCKCHAIN</a:t>
            </a:r>
          </a:p>
        </p:txBody>
      </p:sp>
      <p:sp>
        <p:nvSpPr>
          <p:cNvPr id="15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511908" y="6406728"/>
            <a:ext cx="5672016" cy="365125"/>
          </a:xfrm>
          <a:prstGeom prst="rect">
            <a:avLst/>
          </a:prstGeom>
        </p:spPr>
        <p:txBody>
          <a:bodyPr tIns="108000"/>
          <a:lstStyle>
            <a:lvl1pPr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r>
              <a:rPr lang="en-US"/>
              <a:t>2025 | ©HeadMind Partners AI &amp; Blockchain | Confidentiel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725523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Connecteur droit 2"/>
          <p:cNvCxnSpPr/>
          <p:nvPr userDrawn="1"/>
        </p:nvCxnSpPr>
        <p:spPr>
          <a:xfrm flipH="1">
            <a:off x="3886200" y="2101549"/>
            <a:ext cx="1552" cy="199440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Image 3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432" y="1871272"/>
            <a:ext cx="2504559" cy="2504559"/>
          </a:xfrm>
          <a:prstGeom prst="rect">
            <a:avLst/>
          </a:prstGeom>
        </p:spPr>
      </p:pic>
      <p:sp>
        <p:nvSpPr>
          <p:cNvPr id="7" name="Espace réservé du texte 14"/>
          <p:cNvSpPr>
            <a:spLocks noGrp="1"/>
          </p:cNvSpPr>
          <p:nvPr>
            <p:ph type="body" sz="quarter" idx="14" hasCustomPrompt="1"/>
          </p:nvPr>
        </p:nvSpPr>
        <p:spPr>
          <a:xfrm>
            <a:off x="4439816" y="2103019"/>
            <a:ext cx="6696744" cy="2041065"/>
          </a:xfrm>
        </p:spPr>
        <p:txBody>
          <a:bodyPr anchor="ctr"/>
          <a:lstStyle>
            <a:lvl1pPr marL="0" indent="0">
              <a:buNone/>
              <a:defRPr sz="1800">
                <a:solidFill>
                  <a:schemeClr val="tx1"/>
                </a:solidFill>
                <a:latin typeface="+mn-lt"/>
                <a:cs typeface="Browallia New" panose="020B0604020202020204" pitchFamily="34" charset="-34"/>
              </a:defRPr>
            </a:lvl1pPr>
            <a:lvl2pPr marL="444500" indent="-174625">
              <a:buFont typeface="Browallia New" panose="020B0604020202020204" pitchFamily="34" charset="-34"/>
              <a:buChar char="›"/>
              <a:defRPr sz="1600">
                <a:latin typeface="+mn-lt"/>
                <a:cs typeface="Browallia New" panose="020B0604020202020204" pitchFamily="34" charset="-34"/>
              </a:defRPr>
            </a:lvl2pPr>
            <a:lvl3pPr marL="806450" indent="-228600">
              <a:defRPr sz="1400">
                <a:latin typeface="+mn-lt"/>
                <a:cs typeface="Browallia New" panose="020B0604020202020204" pitchFamily="34" charset="-34"/>
              </a:defRPr>
            </a:lvl3pPr>
            <a:lvl4pPr marL="981075" indent="-241300">
              <a:buFont typeface="Calibri" panose="020F0502020204030204" pitchFamily="34" charset="0"/>
              <a:buChar char="−"/>
              <a:defRPr sz="1400">
                <a:latin typeface="+mn-lt"/>
                <a:cs typeface="Browallia New" panose="020B0604020202020204" pitchFamily="34" charset="-34"/>
              </a:defRPr>
            </a:lvl4pPr>
            <a:lvl5pPr marL="1250950" indent="-228600">
              <a:buFont typeface="Calibri" panose="020F0502020204030204" pitchFamily="34" charset="0"/>
              <a:buChar char="−"/>
              <a:defRPr sz="2000">
                <a:latin typeface="Browallia New" panose="020B0604020202020204" pitchFamily="34" charset="-34"/>
                <a:cs typeface="Browallia New" panose="020B0604020202020204" pitchFamily="34" charset="-34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9" name="Espace réservé du numéro de diapositive 2"/>
          <p:cNvSpPr>
            <a:spLocks noGrp="1"/>
          </p:cNvSpPr>
          <p:nvPr>
            <p:ph type="sldNum" sz="quarter" idx="4"/>
          </p:nvPr>
        </p:nvSpPr>
        <p:spPr>
          <a:xfrm>
            <a:off x="11248525" y="6406728"/>
            <a:ext cx="720000" cy="365125"/>
          </a:xfrm>
          <a:prstGeom prst="rect">
            <a:avLst/>
          </a:prstGeom>
        </p:spPr>
        <p:txBody>
          <a:bodyPr lIns="0" tIns="108000" rIns="0"/>
          <a:lstStyle>
            <a:lvl1pPr algn="r"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pPr>
              <a:defRPr/>
            </a:pPr>
            <a:fld id="{F4FEB08F-923E-484A-9FC5-0AA7BDA29BD6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8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511908" y="6406728"/>
            <a:ext cx="5672016" cy="365125"/>
          </a:xfrm>
          <a:prstGeom prst="rect">
            <a:avLst/>
          </a:prstGeom>
        </p:spPr>
        <p:txBody>
          <a:bodyPr tIns="108000"/>
          <a:lstStyle>
            <a:lvl1pPr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r>
              <a:rPr lang="en-US"/>
              <a:t>2025 | ©HeadMind Partners AI &amp; Blockchain | Confidentiel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13095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Espace réservé du contenu 7"/>
          <p:cNvSpPr>
            <a:spLocks noGrp="1"/>
          </p:cNvSpPr>
          <p:nvPr>
            <p:ph sz="quarter" idx="27"/>
          </p:nvPr>
        </p:nvSpPr>
        <p:spPr>
          <a:xfrm>
            <a:off x="503302" y="4588944"/>
            <a:ext cx="787400" cy="569913"/>
          </a:xfrm>
        </p:spPr>
        <p:txBody>
          <a:bodyPr/>
          <a:lstStyle>
            <a:lvl1pPr marL="0" indent="0" algn="ctr">
              <a:buNone/>
              <a:defRPr sz="3600">
                <a:latin typeface="+mj-lt"/>
              </a:defRPr>
            </a:lvl1pPr>
            <a:lvl2pPr marL="269875" indent="0">
              <a:buNone/>
              <a:defRPr sz="5000">
                <a:latin typeface="+mj-lt"/>
              </a:defRPr>
            </a:lvl2pPr>
            <a:lvl3pPr marL="577850" indent="0">
              <a:buNone/>
              <a:defRPr sz="5000">
                <a:latin typeface="+mj-lt"/>
              </a:defRPr>
            </a:lvl3pPr>
            <a:lvl4pPr marL="739775" indent="0">
              <a:buFont typeface="Arial" panose="020B0604020202020204" pitchFamily="34" charset="0"/>
              <a:buNone/>
              <a:defRPr sz="5000"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 sz="5000">
                <a:latin typeface="+mj-lt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4" name="Espace réservé du contenu 7"/>
          <p:cNvSpPr>
            <a:spLocks noGrp="1"/>
          </p:cNvSpPr>
          <p:nvPr>
            <p:ph sz="quarter" idx="26" hasCustomPrompt="1"/>
          </p:nvPr>
        </p:nvSpPr>
        <p:spPr>
          <a:xfrm>
            <a:off x="503302" y="3088900"/>
            <a:ext cx="787400" cy="569913"/>
          </a:xfrm>
        </p:spPr>
        <p:txBody>
          <a:bodyPr/>
          <a:lstStyle>
            <a:lvl1pPr marL="0" indent="0" algn="ctr">
              <a:buNone/>
              <a:defRPr sz="3600">
                <a:latin typeface="+mj-lt"/>
              </a:defRPr>
            </a:lvl1pPr>
            <a:lvl2pPr marL="269875" indent="0">
              <a:buNone/>
              <a:defRPr sz="5000">
                <a:latin typeface="+mj-lt"/>
              </a:defRPr>
            </a:lvl2pPr>
            <a:lvl3pPr marL="577850" indent="0">
              <a:buNone/>
              <a:defRPr sz="5000">
                <a:latin typeface="+mj-lt"/>
              </a:defRPr>
            </a:lvl3pPr>
            <a:lvl4pPr marL="739775" indent="0">
              <a:buFont typeface="Arial" panose="020B0604020202020204" pitchFamily="34" charset="0"/>
              <a:buNone/>
              <a:defRPr sz="5000"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 sz="5000">
                <a:latin typeface="+mj-lt"/>
              </a:defRPr>
            </a:lvl5pPr>
          </a:lstStyle>
          <a:p>
            <a:pPr lvl="0"/>
            <a:r>
              <a:rPr lang="fr-FR" dirty="0"/>
              <a:t>02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fr-FR" dirty="0"/>
              <a:t>Sommaire</a:t>
            </a:r>
          </a:p>
        </p:txBody>
      </p:sp>
      <p:cxnSp>
        <p:nvCxnSpPr>
          <p:cNvPr id="19" name="Connecteur droit 18"/>
          <p:cNvCxnSpPr/>
          <p:nvPr userDrawn="1"/>
        </p:nvCxnSpPr>
        <p:spPr>
          <a:xfrm>
            <a:off x="527382" y="1196752"/>
            <a:ext cx="11137237" cy="0"/>
          </a:xfrm>
          <a:prstGeom prst="line">
            <a:avLst/>
          </a:prstGeom>
          <a:ln w="6350" cmpd="sng">
            <a:solidFill>
              <a:srgbClr val="27345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Espace réservé du texte 14"/>
          <p:cNvSpPr>
            <a:spLocks noGrp="1"/>
          </p:cNvSpPr>
          <p:nvPr>
            <p:ph type="body" sz="quarter" idx="13" hasCustomPrompt="1"/>
          </p:nvPr>
        </p:nvSpPr>
        <p:spPr>
          <a:xfrm>
            <a:off x="1705684" y="1528409"/>
            <a:ext cx="2536699" cy="709443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  <a:latin typeface="+mn-lt"/>
                <a:cs typeface="Browallia New" panose="020B0604020202020204" pitchFamily="34" charset="-34"/>
              </a:defRPr>
            </a:lvl1pPr>
            <a:lvl2pPr marL="444500" indent="-174625">
              <a:buFont typeface="Browallia New" panose="020B0604020202020204" pitchFamily="34" charset="-34"/>
              <a:buChar char="›"/>
              <a:defRPr sz="1600">
                <a:latin typeface="+mn-lt"/>
                <a:cs typeface="Browallia New" panose="020B0604020202020204" pitchFamily="34" charset="-34"/>
              </a:defRPr>
            </a:lvl2pPr>
            <a:lvl3pPr marL="806450" indent="-228600">
              <a:defRPr sz="1400">
                <a:latin typeface="+mn-lt"/>
                <a:cs typeface="Browallia New" panose="020B0604020202020204" pitchFamily="34" charset="-34"/>
              </a:defRPr>
            </a:lvl3pPr>
            <a:lvl4pPr marL="981075" indent="-241300">
              <a:buFont typeface="Calibri" panose="020F0502020204030204" pitchFamily="34" charset="0"/>
              <a:buChar char="−"/>
              <a:defRPr sz="1400">
                <a:latin typeface="+mn-lt"/>
                <a:cs typeface="Browallia New" panose="020B0604020202020204" pitchFamily="34" charset="-34"/>
              </a:defRPr>
            </a:lvl4pPr>
            <a:lvl5pPr marL="1250950" indent="-228600">
              <a:buFont typeface="Calibri" panose="020F0502020204030204" pitchFamily="34" charset="0"/>
              <a:buChar char="−"/>
              <a:defRPr sz="2000">
                <a:latin typeface="Browallia New" panose="020B0604020202020204" pitchFamily="34" charset="-34"/>
                <a:cs typeface="Browallia New" panose="020B0604020202020204" pitchFamily="34" charset="-34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23" name="Espace réservé du texte 14"/>
          <p:cNvSpPr>
            <a:spLocks noGrp="1"/>
          </p:cNvSpPr>
          <p:nvPr>
            <p:ph type="body" sz="quarter" idx="14" hasCustomPrompt="1"/>
          </p:nvPr>
        </p:nvSpPr>
        <p:spPr>
          <a:xfrm>
            <a:off x="1705683" y="3055707"/>
            <a:ext cx="2536699" cy="709443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  <a:latin typeface="+mn-lt"/>
                <a:cs typeface="Browallia New" panose="020B0604020202020204" pitchFamily="34" charset="-34"/>
              </a:defRPr>
            </a:lvl1pPr>
            <a:lvl2pPr marL="444500" indent="-174625">
              <a:buFont typeface="Browallia New" panose="020B0604020202020204" pitchFamily="34" charset="-34"/>
              <a:buChar char="›"/>
              <a:defRPr sz="1600">
                <a:latin typeface="+mn-lt"/>
                <a:cs typeface="Browallia New" panose="020B0604020202020204" pitchFamily="34" charset="-34"/>
              </a:defRPr>
            </a:lvl2pPr>
            <a:lvl3pPr marL="806450" indent="-228600">
              <a:defRPr sz="1400">
                <a:latin typeface="+mn-lt"/>
                <a:cs typeface="Browallia New" panose="020B0604020202020204" pitchFamily="34" charset="-34"/>
              </a:defRPr>
            </a:lvl3pPr>
            <a:lvl4pPr marL="981075" indent="-241300">
              <a:buFont typeface="Calibri" panose="020F0502020204030204" pitchFamily="34" charset="0"/>
              <a:buChar char="−"/>
              <a:defRPr sz="1400">
                <a:latin typeface="+mn-lt"/>
                <a:cs typeface="Browallia New" panose="020B0604020202020204" pitchFamily="34" charset="-34"/>
              </a:defRPr>
            </a:lvl4pPr>
            <a:lvl5pPr marL="1250950" indent="-228600">
              <a:buFont typeface="Calibri" panose="020F0502020204030204" pitchFamily="34" charset="0"/>
              <a:buChar char="−"/>
              <a:defRPr sz="2000">
                <a:latin typeface="Browallia New" panose="020B0604020202020204" pitchFamily="34" charset="-34"/>
                <a:cs typeface="Browallia New" panose="020B0604020202020204" pitchFamily="34" charset="-34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24" name="Espace réservé du texte 14"/>
          <p:cNvSpPr>
            <a:spLocks noGrp="1"/>
          </p:cNvSpPr>
          <p:nvPr>
            <p:ph type="body" sz="quarter" idx="15" hasCustomPrompt="1"/>
          </p:nvPr>
        </p:nvSpPr>
        <p:spPr>
          <a:xfrm>
            <a:off x="1705683" y="4581732"/>
            <a:ext cx="2536699" cy="709443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  <a:latin typeface="+mn-lt"/>
                <a:cs typeface="Browallia New" panose="020B0604020202020204" pitchFamily="34" charset="-34"/>
              </a:defRPr>
            </a:lvl1pPr>
            <a:lvl2pPr marL="444500" indent="-174625">
              <a:buFont typeface="Browallia New" panose="020B0604020202020204" pitchFamily="34" charset="-34"/>
              <a:buChar char="›"/>
              <a:defRPr sz="1600">
                <a:latin typeface="+mn-lt"/>
                <a:cs typeface="Browallia New" panose="020B0604020202020204" pitchFamily="34" charset="-34"/>
              </a:defRPr>
            </a:lvl2pPr>
            <a:lvl3pPr marL="806450" indent="-228600">
              <a:defRPr sz="1400">
                <a:latin typeface="+mn-lt"/>
                <a:cs typeface="Browallia New" panose="020B0604020202020204" pitchFamily="34" charset="-34"/>
              </a:defRPr>
            </a:lvl3pPr>
            <a:lvl4pPr marL="981075" indent="-241300">
              <a:buFont typeface="Calibri" panose="020F0502020204030204" pitchFamily="34" charset="0"/>
              <a:buChar char="−"/>
              <a:defRPr sz="1400">
                <a:latin typeface="+mn-lt"/>
                <a:cs typeface="Browallia New" panose="020B0604020202020204" pitchFamily="34" charset="-34"/>
              </a:defRPr>
            </a:lvl4pPr>
            <a:lvl5pPr marL="1250950" indent="-228600">
              <a:buFont typeface="Calibri" panose="020F0502020204030204" pitchFamily="34" charset="0"/>
              <a:buChar char="−"/>
              <a:defRPr sz="2000">
                <a:latin typeface="Browallia New" panose="020B0604020202020204" pitchFamily="34" charset="-34"/>
                <a:cs typeface="Browallia New" panose="020B0604020202020204" pitchFamily="34" charset="-34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9" hasCustomPrompt="1"/>
          </p:nvPr>
        </p:nvSpPr>
        <p:spPr>
          <a:xfrm>
            <a:off x="1705684" y="2268682"/>
            <a:ext cx="3908301" cy="644184"/>
          </a:xfrm>
        </p:spPr>
        <p:txBody>
          <a:bodyPr anchor="ctr"/>
          <a:lstStyle>
            <a:lvl1pPr marL="285750" indent="-285750">
              <a:buFont typeface="Segoe UI" panose="020B0502040204020203" pitchFamily="34" charset="0"/>
              <a:buChar char="›"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Deuxième niveau</a:t>
            </a:r>
          </a:p>
        </p:txBody>
      </p:sp>
      <p:sp>
        <p:nvSpPr>
          <p:cNvPr id="28" name="Espace réservé du numéro de diapositive 2"/>
          <p:cNvSpPr>
            <a:spLocks noGrp="1"/>
          </p:cNvSpPr>
          <p:nvPr>
            <p:ph type="sldNum" sz="quarter" idx="4"/>
          </p:nvPr>
        </p:nvSpPr>
        <p:spPr>
          <a:xfrm>
            <a:off x="11248525" y="6406728"/>
            <a:ext cx="720000" cy="365125"/>
          </a:xfrm>
          <a:prstGeom prst="rect">
            <a:avLst/>
          </a:prstGeom>
        </p:spPr>
        <p:txBody>
          <a:bodyPr lIns="0" tIns="108000" rIns="0"/>
          <a:lstStyle>
            <a:lvl1pPr algn="r"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pPr>
              <a:defRPr/>
            </a:pPr>
            <a:fld id="{F4FEB08F-923E-484A-9FC5-0AA7BDA29BD6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30" name="Espace réservé du texte 5"/>
          <p:cNvSpPr>
            <a:spLocks noGrp="1"/>
          </p:cNvSpPr>
          <p:nvPr>
            <p:ph type="body" sz="quarter" idx="22" hasCustomPrompt="1"/>
          </p:nvPr>
        </p:nvSpPr>
        <p:spPr>
          <a:xfrm>
            <a:off x="1705684" y="3779607"/>
            <a:ext cx="3908301" cy="644184"/>
          </a:xfrm>
        </p:spPr>
        <p:txBody>
          <a:bodyPr anchor="ctr"/>
          <a:lstStyle>
            <a:lvl1pPr marL="285750" indent="-285750">
              <a:buFont typeface="Segoe UI" panose="020B0502040204020203" pitchFamily="34" charset="0"/>
              <a:buChar char="›"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Deuxième niveau</a:t>
            </a:r>
          </a:p>
        </p:txBody>
      </p:sp>
      <p:sp>
        <p:nvSpPr>
          <p:cNvPr id="31" name="Espace réservé du texte 5"/>
          <p:cNvSpPr>
            <a:spLocks noGrp="1"/>
          </p:cNvSpPr>
          <p:nvPr>
            <p:ph type="body" sz="quarter" idx="23" hasCustomPrompt="1"/>
          </p:nvPr>
        </p:nvSpPr>
        <p:spPr>
          <a:xfrm>
            <a:off x="1705683" y="5304078"/>
            <a:ext cx="3908301" cy="644184"/>
          </a:xfrm>
        </p:spPr>
        <p:txBody>
          <a:bodyPr anchor="ctr"/>
          <a:lstStyle>
            <a:lvl1pPr marL="285750" indent="-285750">
              <a:buFont typeface="Segoe UI" panose="020B0502040204020203" pitchFamily="34" charset="0"/>
              <a:buChar char="›"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Deuxième niveau</a:t>
            </a:r>
          </a:p>
        </p:txBody>
      </p:sp>
      <p:sp>
        <p:nvSpPr>
          <p:cNvPr id="8" name="Espace réservé du contenu 7"/>
          <p:cNvSpPr>
            <a:spLocks noGrp="1"/>
          </p:cNvSpPr>
          <p:nvPr>
            <p:ph sz="quarter" idx="24" hasCustomPrompt="1"/>
          </p:nvPr>
        </p:nvSpPr>
        <p:spPr>
          <a:xfrm>
            <a:off x="503302" y="1599466"/>
            <a:ext cx="787400" cy="569913"/>
          </a:xfrm>
        </p:spPr>
        <p:txBody>
          <a:bodyPr/>
          <a:lstStyle>
            <a:lvl1pPr marL="0" indent="0" algn="ctr">
              <a:buNone/>
              <a:defRPr sz="3600">
                <a:latin typeface="+mj-lt"/>
              </a:defRPr>
            </a:lvl1pPr>
            <a:lvl2pPr marL="269875" indent="0">
              <a:buNone/>
              <a:defRPr sz="5000">
                <a:latin typeface="+mj-lt"/>
              </a:defRPr>
            </a:lvl2pPr>
            <a:lvl3pPr marL="577850" indent="0">
              <a:buNone/>
              <a:defRPr sz="5000">
                <a:latin typeface="+mj-lt"/>
              </a:defRPr>
            </a:lvl3pPr>
            <a:lvl4pPr marL="739775" indent="0">
              <a:buFont typeface="Arial" panose="020B0604020202020204" pitchFamily="34" charset="0"/>
              <a:buNone/>
              <a:defRPr sz="5000"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 sz="5000">
                <a:latin typeface="+mj-lt"/>
              </a:defRPr>
            </a:lvl5pPr>
          </a:lstStyle>
          <a:p>
            <a:pPr lvl="0"/>
            <a:r>
              <a:rPr lang="fr-FR" dirty="0"/>
              <a:t>01</a:t>
            </a:r>
          </a:p>
        </p:txBody>
      </p:sp>
      <p:sp>
        <p:nvSpPr>
          <p:cNvPr id="46" name="Espace réservé du contenu 7"/>
          <p:cNvSpPr>
            <a:spLocks noGrp="1"/>
          </p:cNvSpPr>
          <p:nvPr>
            <p:ph sz="quarter" idx="28"/>
          </p:nvPr>
        </p:nvSpPr>
        <p:spPr>
          <a:xfrm>
            <a:off x="6534808" y="4588944"/>
            <a:ext cx="787400" cy="569913"/>
          </a:xfrm>
        </p:spPr>
        <p:txBody>
          <a:bodyPr/>
          <a:lstStyle>
            <a:lvl1pPr marL="0" indent="0" algn="ctr">
              <a:buNone/>
              <a:defRPr sz="3600">
                <a:latin typeface="+mj-lt"/>
              </a:defRPr>
            </a:lvl1pPr>
            <a:lvl2pPr marL="269875" indent="0">
              <a:buNone/>
              <a:defRPr sz="5000">
                <a:latin typeface="+mj-lt"/>
              </a:defRPr>
            </a:lvl2pPr>
            <a:lvl3pPr marL="577850" indent="0">
              <a:buNone/>
              <a:defRPr sz="5000">
                <a:latin typeface="+mj-lt"/>
              </a:defRPr>
            </a:lvl3pPr>
            <a:lvl4pPr marL="739775" indent="0">
              <a:buFont typeface="Arial" panose="020B0604020202020204" pitchFamily="34" charset="0"/>
              <a:buNone/>
              <a:defRPr sz="5000"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 sz="5000">
                <a:latin typeface="+mj-lt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7" name="Espace réservé du contenu 7"/>
          <p:cNvSpPr>
            <a:spLocks noGrp="1"/>
          </p:cNvSpPr>
          <p:nvPr>
            <p:ph sz="quarter" idx="29"/>
          </p:nvPr>
        </p:nvSpPr>
        <p:spPr>
          <a:xfrm>
            <a:off x="6534808" y="3088900"/>
            <a:ext cx="787400" cy="569913"/>
          </a:xfrm>
        </p:spPr>
        <p:txBody>
          <a:bodyPr/>
          <a:lstStyle>
            <a:lvl1pPr marL="0" indent="0" algn="ctr">
              <a:buNone/>
              <a:defRPr sz="3600">
                <a:latin typeface="+mj-lt"/>
              </a:defRPr>
            </a:lvl1pPr>
            <a:lvl2pPr marL="269875" indent="0">
              <a:buNone/>
              <a:defRPr sz="5000">
                <a:latin typeface="+mj-lt"/>
              </a:defRPr>
            </a:lvl2pPr>
            <a:lvl3pPr marL="577850" indent="0">
              <a:buNone/>
              <a:defRPr sz="5000">
                <a:latin typeface="+mj-lt"/>
              </a:defRPr>
            </a:lvl3pPr>
            <a:lvl4pPr marL="739775" indent="0">
              <a:buFont typeface="Arial" panose="020B0604020202020204" pitchFamily="34" charset="0"/>
              <a:buNone/>
              <a:defRPr sz="5000"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 sz="5000">
                <a:latin typeface="+mj-lt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8" name="Espace réservé du texte 14"/>
          <p:cNvSpPr>
            <a:spLocks noGrp="1"/>
          </p:cNvSpPr>
          <p:nvPr>
            <p:ph type="body" sz="quarter" idx="30" hasCustomPrompt="1"/>
          </p:nvPr>
        </p:nvSpPr>
        <p:spPr>
          <a:xfrm>
            <a:off x="7737190" y="1528409"/>
            <a:ext cx="2536699" cy="709443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  <a:latin typeface="+mn-lt"/>
                <a:cs typeface="Browallia New" panose="020B0604020202020204" pitchFamily="34" charset="-34"/>
              </a:defRPr>
            </a:lvl1pPr>
            <a:lvl2pPr marL="444500" indent="-174625">
              <a:buFont typeface="Browallia New" panose="020B0604020202020204" pitchFamily="34" charset="-34"/>
              <a:buChar char="›"/>
              <a:defRPr sz="1600">
                <a:latin typeface="+mn-lt"/>
                <a:cs typeface="Browallia New" panose="020B0604020202020204" pitchFamily="34" charset="-34"/>
              </a:defRPr>
            </a:lvl2pPr>
            <a:lvl3pPr marL="806450" indent="-228600">
              <a:defRPr sz="1400">
                <a:latin typeface="+mn-lt"/>
                <a:cs typeface="Browallia New" panose="020B0604020202020204" pitchFamily="34" charset="-34"/>
              </a:defRPr>
            </a:lvl3pPr>
            <a:lvl4pPr marL="981075" indent="-241300">
              <a:buFont typeface="Calibri" panose="020F0502020204030204" pitchFamily="34" charset="0"/>
              <a:buChar char="−"/>
              <a:defRPr sz="1400">
                <a:latin typeface="+mn-lt"/>
                <a:cs typeface="Browallia New" panose="020B0604020202020204" pitchFamily="34" charset="-34"/>
              </a:defRPr>
            </a:lvl4pPr>
            <a:lvl5pPr marL="1250950" indent="-228600">
              <a:buFont typeface="Calibri" panose="020F0502020204030204" pitchFamily="34" charset="0"/>
              <a:buChar char="−"/>
              <a:defRPr sz="2000">
                <a:latin typeface="Browallia New" panose="020B0604020202020204" pitchFamily="34" charset="-34"/>
                <a:cs typeface="Browallia New" panose="020B0604020202020204" pitchFamily="34" charset="-34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49" name="Espace réservé du texte 14"/>
          <p:cNvSpPr>
            <a:spLocks noGrp="1"/>
          </p:cNvSpPr>
          <p:nvPr>
            <p:ph type="body" sz="quarter" idx="31" hasCustomPrompt="1"/>
          </p:nvPr>
        </p:nvSpPr>
        <p:spPr>
          <a:xfrm>
            <a:off x="7737189" y="3055707"/>
            <a:ext cx="2536699" cy="709443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  <a:latin typeface="+mn-lt"/>
                <a:cs typeface="Browallia New" panose="020B0604020202020204" pitchFamily="34" charset="-34"/>
              </a:defRPr>
            </a:lvl1pPr>
            <a:lvl2pPr marL="444500" indent="-174625">
              <a:buFont typeface="Browallia New" panose="020B0604020202020204" pitchFamily="34" charset="-34"/>
              <a:buChar char="›"/>
              <a:defRPr sz="1600">
                <a:latin typeface="+mn-lt"/>
                <a:cs typeface="Browallia New" panose="020B0604020202020204" pitchFamily="34" charset="-34"/>
              </a:defRPr>
            </a:lvl2pPr>
            <a:lvl3pPr marL="806450" indent="-228600">
              <a:defRPr sz="1400">
                <a:latin typeface="+mn-lt"/>
                <a:cs typeface="Browallia New" panose="020B0604020202020204" pitchFamily="34" charset="-34"/>
              </a:defRPr>
            </a:lvl3pPr>
            <a:lvl4pPr marL="981075" indent="-241300">
              <a:buFont typeface="Calibri" panose="020F0502020204030204" pitchFamily="34" charset="0"/>
              <a:buChar char="−"/>
              <a:defRPr sz="1400">
                <a:latin typeface="+mn-lt"/>
                <a:cs typeface="Browallia New" panose="020B0604020202020204" pitchFamily="34" charset="-34"/>
              </a:defRPr>
            </a:lvl4pPr>
            <a:lvl5pPr marL="1250950" indent="-228600">
              <a:buFont typeface="Calibri" panose="020F0502020204030204" pitchFamily="34" charset="0"/>
              <a:buChar char="−"/>
              <a:defRPr sz="2000">
                <a:latin typeface="Browallia New" panose="020B0604020202020204" pitchFamily="34" charset="-34"/>
                <a:cs typeface="Browallia New" panose="020B0604020202020204" pitchFamily="34" charset="-34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50" name="Espace réservé du texte 14"/>
          <p:cNvSpPr>
            <a:spLocks noGrp="1"/>
          </p:cNvSpPr>
          <p:nvPr>
            <p:ph type="body" sz="quarter" idx="32" hasCustomPrompt="1"/>
          </p:nvPr>
        </p:nvSpPr>
        <p:spPr>
          <a:xfrm>
            <a:off x="7737189" y="4581732"/>
            <a:ext cx="2536699" cy="709443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  <a:latin typeface="+mn-lt"/>
                <a:cs typeface="Browallia New" panose="020B0604020202020204" pitchFamily="34" charset="-34"/>
              </a:defRPr>
            </a:lvl1pPr>
            <a:lvl2pPr marL="444500" indent="-174625">
              <a:buFont typeface="Browallia New" panose="020B0604020202020204" pitchFamily="34" charset="-34"/>
              <a:buChar char="›"/>
              <a:defRPr sz="1600">
                <a:latin typeface="+mn-lt"/>
                <a:cs typeface="Browallia New" panose="020B0604020202020204" pitchFamily="34" charset="-34"/>
              </a:defRPr>
            </a:lvl2pPr>
            <a:lvl3pPr marL="806450" indent="-228600">
              <a:defRPr sz="1400">
                <a:latin typeface="+mn-lt"/>
                <a:cs typeface="Browallia New" panose="020B0604020202020204" pitchFamily="34" charset="-34"/>
              </a:defRPr>
            </a:lvl3pPr>
            <a:lvl4pPr marL="981075" indent="-241300">
              <a:buFont typeface="Calibri" panose="020F0502020204030204" pitchFamily="34" charset="0"/>
              <a:buChar char="−"/>
              <a:defRPr sz="1400">
                <a:latin typeface="+mn-lt"/>
                <a:cs typeface="Browallia New" panose="020B0604020202020204" pitchFamily="34" charset="-34"/>
              </a:defRPr>
            </a:lvl4pPr>
            <a:lvl5pPr marL="1250950" indent="-228600">
              <a:buFont typeface="Calibri" panose="020F0502020204030204" pitchFamily="34" charset="0"/>
              <a:buChar char="−"/>
              <a:defRPr sz="2000">
                <a:latin typeface="Browallia New" panose="020B0604020202020204" pitchFamily="34" charset="-34"/>
                <a:cs typeface="Browallia New" panose="020B0604020202020204" pitchFamily="34" charset="-34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51" name="Espace réservé du texte 5"/>
          <p:cNvSpPr>
            <a:spLocks noGrp="1"/>
          </p:cNvSpPr>
          <p:nvPr>
            <p:ph type="body" sz="quarter" idx="33" hasCustomPrompt="1"/>
          </p:nvPr>
        </p:nvSpPr>
        <p:spPr>
          <a:xfrm>
            <a:off x="7737190" y="2268682"/>
            <a:ext cx="3908301" cy="644184"/>
          </a:xfrm>
        </p:spPr>
        <p:txBody>
          <a:bodyPr anchor="ctr"/>
          <a:lstStyle>
            <a:lvl1pPr marL="285750" indent="-285750">
              <a:buFont typeface="Segoe UI" panose="020B0502040204020203" pitchFamily="34" charset="0"/>
              <a:buChar char="›"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Deuxième niveau</a:t>
            </a:r>
          </a:p>
        </p:txBody>
      </p:sp>
      <p:sp>
        <p:nvSpPr>
          <p:cNvPr id="52" name="Espace réservé du texte 5"/>
          <p:cNvSpPr>
            <a:spLocks noGrp="1"/>
          </p:cNvSpPr>
          <p:nvPr>
            <p:ph type="body" sz="quarter" idx="34" hasCustomPrompt="1"/>
          </p:nvPr>
        </p:nvSpPr>
        <p:spPr>
          <a:xfrm>
            <a:off x="7737190" y="3779607"/>
            <a:ext cx="3908301" cy="644184"/>
          </a:xfrm>
        </p:spPr>
        <p:txBody>
          <a:bodyPr anchor="ctr"/>
          <a:lstStyle>
            <a:lvl1pPr marL="285750" indent="-285750">
              <a:buFont typeface="Segoe UI" panose="020B0502040204020203" pitchFamily="34" charset="0"/>
              <a:buChar char="›"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Deuxième niveau</a:t>
            </a:r>
          </a:p>
        </p:txBody>
      </p:sp>
      <p:sp>
        <p:nvSpPr>
          <p:cNvPr id="53" name="Espace réservé du texte 5"/>
          <p:cNvSpPr>
            <a:spLocks noGrp="1"/>
          </p:cNvSpPr>
          <p:nvPr>
            <p:ph type="body" sz="quarter" idx="35" hasCustomPrompt="1"/>
          </p:nvPr>
        </p:nvSpPr>
        <p:spPr>
          <a:xfrm>
            <a:off x="7737189" y="5304078"/>
            <a:ext cx="3908301" cy="644184"/>
          </a:xfrm>
        </p:spPr>
        <p:txBody>
          <a:bodyPr anchor="ctr"/>
          <a:lstStyle>
            <a:lvl1pPr marL="285750" indent="-285750">
              <a:buFont typeface="Segoe UI" panose="020B0502040204020203" pitchFamily="34" charset="0"/>
              <a:buChar char="›"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Deuxième niveau</a:t>
            </a:r>
          </a:p>
        </p:txBody>
      </p:sp>
      <p:sp>
        <p:nvSpPr>
          <p:cNvPr id="54" name="Espace réservé du contenu 7"/>
          <p:cNvSpPr>
            <a:spLocks noGrp="1"/>
          </p:cNvSpPr>
          <p:nvPr>
            <p:ph sz="quarter" idx="36"/>
          </p:nvPr>
        </p:nvSpPr>
        <p:spPr>
          <a:xfrm>
            <a:off x="6534808" y="1599466"/>
            <a:ext cx="787400" cy="569913"/>
          </a:xfrm>
        </p:spPr>
        <p:txBody>
          <a:bodyPr/>
          <a:lstStyle>
            <a:lvl1pPr marL="0" indent="0" algn="ctr">
              <a:buNone/>
              <a:defRPr sz="3600">
                <a:latin typeface="+mj-lt"/>
              </a:defRPr>
            </a:lvl1pPr>
            <a:lvl2pPr marL="269875" indent="0">
              <a:buNone/>
              <a:defRPr sz="5000">
                <a:latin typeface="+mj-lt"/>
              </a:defRPr>
            </a:lvl2pPr>
            <a:lvl3pPr marL="577850" indent="0">
              <a:buNone/>
              <a:defRPr sz="5000">
                <a:latin typeface="+mj-lt"/>
              </a:defRPr>
            </a:lvl3pPr>
            <a:lvl4pPr marL="739775" indent="0">
              <a:buFont typeface="Arial" panose="020B0604020202020204" pitchFamily="34" charset="0"/>
              <a:buNone/>
              <a:defRPr sz="5000"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 sz="5000">
                <a:latin typeface="+mj-lt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26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511908" y="6406728"/>
            <a:ext cx="5672016" cy="365125"/>
          </a:xfrm>
          <a:prstGeom prst="rect">
            <a:avLst/>
          </a:prstGeom>
        </p:spPr>
        <p:txBody>
          <a:bodyPr tIns="108000"/>
          <a:lstStyle>
            <a:lvl1pPr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r>
              <a:rPr lang="en-US"/>
              <a:t>2025 | ©HeadMind Partners AI &amp; Blockchain | Confidentiel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973102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de Titre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85"/>
          <a:stretch/>
        </p:blipFill>
        <p:spPr>
          <a:xfrm>
            <a:off x="0" y="4040372"/>
            <a:ext cx="12192000" cy="2817628"/>
          </a:xfrm>
          <a:prstGeom prst="rect">
            <a:avLst/>
          </a:prstGeom>
        </p:spPr>
      </p:pic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4891733" y="2323782"/>
            <a:ext cx="6716792" cy="865186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pic>
        <p:nvPicPr>
          <p:cNvPr id="3" name="Image 2"/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89" t="7916"/>
          <a:stretch/>
        </p:blipFill>
        <p:spPr>
          <a:xfrm>
            <a:off x="173813" y="141636"/>
            <a:ext cx="4662627" cy="3866669"/>
          </a:xfrm>
          <a:prstGeom prst="rect">
            <a:avLst/>
          </a:prstGeom>
        </p:spPr>
      </p:pic>
      <p:sp>
        <p:nvSpPr>
          <p:cNvPr id="12" name="Espace réservé du numéro de diapositive 2"/>
          <p:cNvSpPr>
            <a:spLocks noGrp="1"/>
          </p:cNvSpPr>
          <p:nvPr>
            <p:ph type="sldNum" sz="quarter" idx="4"/>
          </p:nvPr>
        </p:nvSpPr>
        <p:spPr>
          <a:xfrm>
            <a:off x="11248525" y="6406728"/>
            <a:ext cx="720000" cy="365125"/>
          </a:xfrm>
          <a:prstGeom prst="rect">
            <a:avLst/>
          </a:prstGeom>
        </p:spPr>
        <p:txBody>
          <a:bodyPr lIns="0" tIns="108000" rIns="0"/>
          <a:lstStyle>
            <a:lvl1pPr algn="r"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pPr>
              <a:defRPr/>
            </a:pPr>
            <a:fld id="{F4FEB08F-923E-484A-9FC5-0AA7BDA29BD6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0"/>
          </p:nvPr>
        </p:nvSpPr>
        <p:spPr>
          <a:xfrm>
            <a:off x="4891733" y="4459399"/>
            <a:ext cx="6716792" cy="1128170"/>
          </a:xfr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n-lt"/>
              </a:defRPr>
            </a:lvl1pPr>
            <a:lvl2pPr marL="269875" indent="0">
              <a:buNone/>
              <a:defRPr sz="2000">
                <a:solidFill>
                  <a:schemeClr val="bg1"/>
                </a:solidFill>
                <a:latin typeface="+mn-lt"/>
              </a:defRPr>
            </a:lvl2pPr>
            <a:lvl3pPr>
              <a:defRPr sz="1800">
                <a:solidFill>
                  <a:schemeClr val="bg1"/>
                </a:solidFill>
                <a:latin typeface="+mn-lt"/>
              </a:defRPr>
            </a:lvl3pPr>
            <a:lvl4pPr>
              <a:defRPr sz="1800">
                <a:solidFill>
                  <a:schemeClr val="bg1"/>
                </a:solidFill>
                <a:latin typeface="+mn-lt"/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9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511908" y="6406728"/>
            <a:ext cx="5672016" cy="365125"/>
          </a:xfrm>
          <a:prstGeom prst="rect">
            <a:avLst/>
          </a:prstGeom>
        </p:spPr>
        <p:txBody>
          <a:bodyPr tIns="108000"/>
          <a:lstStyle>
            <a:lvl1pPr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r>
              <a:rPr lang="en-US"/>
              <a:t>2025 | ©HeadMind Partners AI &amp; Blockchain | Confidentiel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60184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de Titre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85"/>
          <a:stretch/>
        </p:blipFill>
        <p:spPr>
          <a:xfrm>
            <a:off x="0" y="4040372"/>
            <a:ext cx="12192000" cy="2817628"/>
          </a:xfrm>
          <a:prstGeom prst="rect">
            <a:avLst/>
          </a:prstGeom>
        </p:spPr>
      </p:pic>
      <p:sp>
        <p:nvSpPr>
          <p:cNvPr id="20" name="Espace réservé du numéro de diapositive 2"/>
          <p:cNvSpPr>
            <a:spLocks noGrp="1"/>
          </p:cNvSpPr>
          <p:nvPr>
            <p:ph type="sldNum" sz="quarter" idx="4"/>
          </p:nvPr>
        </p:nvSpPr>
        <p:spPr>
          <a:xfrm>
            <a:off x="11248525" y="6406728"/>
            <a:ext cx="720000" cy="365125"/>
          </a:xfrm>
          <a:prstGeom prst="rect">
            <a:avLst/>
          </a:prstGeom>
        </p:spPr>
        <p:txBody>
          <a:bodyPr lIns="0" tIns="108000" rIns="0"/>
          <a:lstStyle>
            <a:lvl1pPr algn="r"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pPr>
              <a:defRPr/>
            </a:pPr>
            <a:fld id="{F4FEB08F-923E-484A-9FC5-0AA7BDA29BD6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23" name="Titre 1"/>
          <p:cNvSpPr>
            <a:spLocks noGrp="1"/>
          </p:cNvSpPr>
          <p:nvPr>
            <p:ph type="title"/>
          </p:nvPr>
        </p:nvSpPr>
        <p:spPr>
          <a:xfrm>
            <a:off x="4891733" y="2323782"/>
            <a:ext cx="6716792" cy="865186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25" name="Espace réservé du numéro de diapositive 2"/>
          <p:cNvSpPr txBox="1">
            <a:spLocks/>
          </p:cNvSpPr>
          <p:nvPr userDrawn="1"/>
        </p:nvSpPr>
        <p:spPr>
          <a:xfrm>
            <a:off x="11248525" y="6406728"/>
            <a:ext cx="720000" cy="365125"/>
          </a:xfrm>
          <a:prstGeom prst="rect">
            <a:avLst/>
          </a:prstGeom>
        </p:spPr>
        <p:txBody>
          <a:bodyPr lIns="0" tIns="108000" rIns="0"/>
          <a:lstStyle>
            <a:defPPr>
              <a:defRPr lang="fr-FR"/>
            </a:defPPr>
            <a:lvl1pPr marL="0" algn="r" defTabSz="914400" rtl="0" eaLnBrk="1" latinLnBrk="0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Browallia New" panose="020B0604020202020204" pitchFamily="34" charset="-34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F4FEB08F-923E-484A-9FC5-0AA7BDA29BD6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27" name="Espace réservé du texte 4"/>
          <p:cNvSpPr>
            <a:spLocks noGrp="1"/>
          </p:cNvSpPr>
          <p:nvPr>
            <p:ph type="body" sz="quarter" idx="10"/>
          </p:nvPr>
        </p:nvSpPr>
        <p:spPr>
          <a:xfrm>
            <a:off x="4891733" y="4459399"/>
            <a:ext cx="6716792" cy="1128170"/>
          </a:xfr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n-lt"/>
              </a:defRPr>
            </a:lvl1pPr>
            <a:lvl2pPr marL="269875" indent="0">
              <a:buNone/>
              <a:defRPr sz="2000">
                <a:solidFill>
                  <a:schemeClr val="bg1"/>
                </a:solidFill>
                <a:latin typeface="+mn-lt"/>
              </a:defRPr>
            </a:lvl2pPr>
            <a:lvl3pPr>
              <a:defRPr sz="1800">
                <a:solidFill>
                  <a:schemeClr val="bg1"/>
                </a:solidFill>
                <a:latin typeface="+mn-lt"/>
              </a:defRPr>
            </a:lvl3pPr>
            <a:lvl4pPr>
              <a:defRPr sz="1800">
                <a:solidFill>
                  <a:schemeClr val="bg1"/>
                </a:solidFill>
                <a:latin typeface="+mn-lt"/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</p:txBody>
      </p:sp>
      <p:pic>
        <p:nvPicPr>
          <p:cNvPr id="2" name="Image 1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43" y="9625"/>
            <a:ext cx="3876187" cy="3871162"/>
          </a:xfrm>
          <a:prstGeom prst="rect">
            <a:avLst/>
          </a:prstGeom>
        </p:spPr>
      </p:pic>
      <p:sp>
        <p:nvSpPr>
          <p:cNvPr id="10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511908" y="6406728"/>
            <a:ext cx="5672016" cy="365125"/>
          </a:xfrm>
          <a:prstGeom prst="rect">
            <a:avLst/>
          </a:prstGeom>
        </p:spPr>
        <p:txBody>
          <a:bodyPr tIns="108000"/>
          <a:lstStyle>
            <a:lvl1pPr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r>
              <a:rPr lang="en-US"/>
              <a:t>2025 | ©HeadMind Partners AI &amp; Blockchain | Confidentiel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4592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de Titre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85"/>
          <a:stretch/>
        </p:blipFill>
        <p:spPr>
          <a:xfrm>
            <a:off x="0" y="4040372"/>
            <a:ext cx="12192000" cy="2817628"/>
          </a:xfrm>
          <a:prstGeom prst="rect">
            <a:avLst/>
          </a:prstGeom>
        </p:spPr>
      </p:pic>
      <p:sp>
        <p:nvSpPr>
          <p:cNvPr id="19" name="Espace réservé du numéro de diapositive 2"/>
          <p:cNvSpPr>
            <a:spLocks noGrp="1"/>
          </p:cNvSpPr>
          <p:nvPr>
            <p:ph type="sldNum" sz="quarter" idx="4"/>
          </p:nvPr>
        </p:nvSpPr>
        <p:spPr>
          <a:xfrm>
            <a:off x="11248525" y="6406728"/>
            <a:ext cx="720000" cy="365125"/>
          </a:xfrm>
          <a:prstGeom prst="rect">
            <a:avLst/>
          </a:prstGeom>
        </p:spPr>
        <p:txBody>
          <a:bodyPr lIns="0" tIns="108000" rIns="0"/>
          <a:lstStyle>
            <a:lvl1pPr algn="r"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pPr>
              <a:defRPr/>
            </a:pPr>
            <a:fld id="{F4FEB08F-923E-484A-9FC5-0AA7BDA29BD6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21" name="Titre 1"/>
          <p:cNvSpPr>
            <a:spLocks noGrp="1"/>
          </p:cNvSpPr>
          <p:nvPr>
            <p:ph type="title"/>
          </p:nvPr>
        </p:nvSpPr>
        <p:spPr>
          <a:xfrm>
            <a:off x="4891733" y="2323782"/>
            <a:ext cx="6716792" cy="865186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23" name="Espace réservé du numéro de diapositive 2"/>
          <p:cNvSpPr txBox="1">
            <a:spLocks/>
          </p:cNvSpPr>
          <p:nvPr userDrawn="1"/>
        </p:nvSpPr>
        <p:spPr>
          <a:xfrm>
            <a:off x="11248525" y="6406728"/>
            <a:ext cx="720000" cy="365125"/>
          </a:xfrm>
          <a:prstGeom prst="rect">
            <a:avLst/>
          </a:prstGeom>
        </p:spPr>
        <p:txBody>
          <a:bodyPr lIns="0" tIns="108000" rIns="0"/>
          <a:lstStyle>
            <a:defPPr>
              <a:defRPr lang="fr-FR"/>
            </a:defPPr>
            <a:lvl1pPr marL="0" algn="r" defTabSz="914400" rtl="0" eaLnBrk="1" latinLnBrk="0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Browallia New" panose="020B0604020202020204" pitchFamily="34" charset="-34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F4FEB08F-923E-484A-9FC5-0AA7BDA29BD6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25" name="Espace réservé du texte 4"/>
          <p:cNvSpPr>
            <a:spLocks noGrp="1"/>
          </p:cNvSpPr>
          <p:nvPr>
            <p:ph type="body" sz="quarter" idx="10"/>
          </p:nvPr>
        </p:nvSpPr>
        <p:spPr>
          <a:xfrm>
            <a:off x="4891733" y="4459399"/>
            <a:ext cx="6716792" cy="1128170"/>
          </a:xfr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n-lt"/>
              </a:defRPr>
            </a:lvl1pPr>
            <a:lvl2pPr marL="269875" indent="0">
              <a:buNone/>
              <a:defRPr sz="2000">
                <a:solidFill>
                  <a:schemeClr val="bg1"/>
                </a:solidFill>
                <a:latin typeface="+mn-lt"/>
              </a:defRPr>
            </a:lvl2pPr>
            <a:lvl3pPr>
              <a:defRPr sz="1800">
                <a:solidFill>
                  <a:schemeClr val="bg1"/>
                </a:solidFill>
                <a:latin typeface="+mn-lt"/>
              </a:defRPr>
            </a:lvl3pPr>
            <a:lvl4pPr>
              <a:defRPr sz="1800">
                <a:solidFill>
                  <a:schemeClr val="bg1"/>
                </a:solidFill>
                <a:latin typeface="+mn-lt"/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</p:txBody>
      </p:sp>
      <p:pic>
        <p:nvPicPr>
          <p:cNvPr id="3" name="Image 2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237" y="164718"/>
            <a:ext cx="3444800" cy="3519237"/>
          </a:xfrm>
          <a:prstGeom prst="rect">
            <a:avLst/>
          </a:prstGeom>
        </p:spPr>
      </p:pic>
      <p:sp>
        <p:nvSpPr>
          <p:cNvPr id="10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511908" y="6406728"/>
            <a:ext cx="5672016" cy="365125"/>
          </a:xfrm>
          <a:prstGeom prst="rect">
            <a:avLst/>
          </a:prstGeom>
        </p:spPr>
        <p:txBody>
          <a:bodyPr tIns="108000"/>
          <a:lstStyle>
            <a:lvl1pPr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r>
              <a:rPr lang="en-US"/>
              <a:t>2025 | ©HeadMind Partners AI &amp; Blockchain | Confidentiel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504876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de Titre-Digi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85"/>
          <a:stretch/>
        </p:blipFill>
        <p:spPr>
          <a:xfrm>
            <a:off x="0" y="4040372"/>
            <a:ext cx="12192000" cy="2817628"/>
          </a:xfrm>
          <a:prstGeom prst="rect">
            <a:avLst/>
          </a:prstGeom>
        </p:spPr>
      </p:pic>
      <p:sp>
        <p:nvSpPr>
          <p:cNvPr id="19" name="Espace réservé du numéro de diapositive 2"/>
          <p:cNvSpPr>
            <a:spLocks noGrp="1"/>
          </p:cNvSpPr>
          <p:nvPr>
            <p:ph type="sldNum" sz="quarter" idx="4"/>
          </p:nvPr>
        </p:nvSpPr>
        <p:spPr>
          <a:xfrm>
            <a:off x="11248525" y="6406728"/>
            <a:ext cx="720000" cy="365125"/>
          </a:xfrm>
          <a:prstGeom prst="rect">
            <a:avLst/>
          </a:prstGeom>
        </p:spPr>
        <p:txBody>
          <a:bodyPr lIns="0" tIns="108000" rIns="0"/>
          <a:lstStyle>
            <a:lvl1pPr algn="r"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pPr>
              <a:defRPr/>
            </a:pPr>
            <a:fld id="{F4FEB08F-923E-484A-9FC5-0AA7BDA29BD6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21" name="Titre 1"/>
          <p:cNvSpPr>
            <a:spLocks noGrp="1"/>
          </p:cNvSpPr>
          <p:nvPr>
            <p:ph type="title"/>
          </p:nvPr>
        </p:nvSpPr>
        <p:spPr>
          <a:xfrm>
            <a:off x="4891733" y="2323782"/>
            <a:ext cx="6716792" cy="865186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23" name="Espace réservé du numéro de diapositive 2"/>
          <p:cNvSpPr txBox="1">
            <a:spLocks/>
          </p:cNvSpPr>
          <p:nvPr userDrawn="1"/>
        </p:nvSpPr>
        <p:spPr>
          <a:xfrm>
            <a:off x="11248525" y="6406728"/>
            <a:ext cx="720000" cy="365125"/>
          </a:xfrm>
          <a:prstGeom prst="rect">
            <a:avLst/>
          </a:prstGeom>
        </p:spPr>
        <p:txBody>
          <a:bodyPr lIns="0" tIns="108000" rIns="0"/>
          <a:lstStyle>
            <a:defPPr>
              <a:defRPr lang="fr-FR"/>
            </a:defPPr>
            <a:lvl1pPr marL="0" algn="r" defTabSz="914400" rtl="0" eaLnBrk="1" latinLnBrk="0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Browallia New" panose="020B0604020202020204" pitchFamily="34" charset="-34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F4FEB08F-923E-484A-9FC5-0AA7BDA29BD6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25" name="Espace réservé du texte 4"/>
          <p:cNvSpPr>
            <a:spLocks noGrp="1"/>
          </p:cNvSpPr>
          <p:nvPr>
            <p:ph type="body" sz="quarter" idx="10"/>
          </p:nvPr>
        </p:nvSpPr>
        <p:spPr>
          <a:xfrm>
            <a:off x="4891733" y="4459399"/>
            <a:ext cx="6716792" cy="1128170"/>
          </a:xfr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n-lt"/>
              </a:defRPr>
            </a:lvl1pPr>
            <a:lvl2pPr marL="269875" indent="0">
              <a:buNone/>
              <a:defRPr sz="2000">
                <a:solidFill>
                  <a:schemeClr val="bg1"/>
                </a:solidFill>
                <a:latin typeface="+mn-lt"/>
              </a:defRPr>
            </a:lvl2pPr>
            <a:lvl3pPr>
              <a:defRPr sz="1800">
                <a:solidFill>
                  <a:schemeClr val="bg1"/>
                </a:solidFill>
                <a:latin typeface="+mn-lt"/>
              </a:defRPr>
            </a:lvl3pPr>
            <a:lvl4pPr>
              <a:defRPr sz="1800">
                <a:solidFill>
                  <a:schemeClr val="bg1"/>
                </a:solidFill>
                <a:latin typeface="+mn-lt"/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</p:txBody>
      </p:sp>
      <p:pic>
        <p:nvPicPr>
          <p:cNvPr id="3" name="Image 2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494" y="330423"/>
            <a:ext cx="4183085" cy="3519237"/>
          </a:xfrm>
          <a:prstGeom prst="rect">
            <a:avLst/>
          </a:prstGeom>
        </p:spPr>
      </p:pic>
      <p:sp>
        <p:nvSpPr>
          <p:cNvPr id="10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511908" y="6406728"/>
            <a:ext cx="5672016" cy="365125"/>
          </a:xfrm>
          <a:prstGeom prst="rect">
            <a:avLst/>
          </a:prstGeom>
        </p:spPr>
        <p:txBody>
          <a:bodyPr tIns="108000"/>
          <a:lstStyle>
            <a:lvl1pPr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r>
              <a:rPr lang="en-US"/>
              <a:t>2025 | ©HeadMind Partners AI &amp; Blockchain | Confidentiel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52641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de Titre-Cy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 1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85"/>
          <a:stretch/>
        </p:blipFill>
        <p:spPr>
          <a:xfrm>
            <a:off x="0" y="4040372"/>
            <a:ext cx="12192000" cy="2817628"/>
          </a:xfrm>
          <a:prstGeom prst="rect">
            <a:avLst/>
          </a:prstGeom>
        </p:spPr>
      </p:pic>
      <p:sp>
        <p:nvSpPr>
          <p:cNvPr id="19" name="Espace réservé du numéro de diapositive 2"/>
          <p:cNvSpPr>
            <a:spLocks noGrp="1"/>
          </p:cNvSpPr>
          <p:nvPr>
            <p:ph type="sldNum" sz="quarter" idx="4"/>
          </p:nvPr>
        </p:nvSpPr>
        <p:spPr>
          <a:xfrm>
            <a:off x="11248525" y="6406728"/>
            <a:ext cx="720000" cy="365125"/>
          </a:xfrm>
          <a:prstGeom prst="rect">
            <a:avLst/>
          </a:prstGeom>
        </p:spPr>
        <p:txBody>
          <a:bodyPr lIns="0" tIns="108000" rIns="0"/>
          <a:lstStyle>
            <a:lvl1pPr algn="r"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pPr>
              <a:defRPr/>
            </a:pPr>
            <a:fld id="{F4FEB08F-923E-484A-9FC5-0AA7BDA29BD6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21" name="Titre 1"/>
          <p:cNvSpPr>
            <a:spLocks noGrp="1"/>
          </p:cNvSpPr>
          <p:nvPr>
            <p:ph type="title"/>
          </p:nvPr>
        </p:nvSpPr>
        <p:spPr>
          <a:xfrm>
            <a:off x="4891733" y="2323782"/>
            <a:ext cx="6716792" cy="865186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23" name="Espace réservé du numéro de diapositive 2"/>
          <p:cNvSpPr txBox="1">
            <a:spLocks/>
          </p:cNvSpPr>
          <p:nvPr userDrawn="1"/>
        </p:nvSpPr>
        <p:spPr>
          <a:xfrm>
            <a:off x="11248525" y="6406728"/>
            <a:ext cx="720000" cy="365125"/>
          </a:xfrm>
          <a:prstGeom prst="rect">
            <a:avLst/>
          </a:prstGeom>
        </p:spPr>
        <p:txBody>
          <a:bodyPr lIns="0" tIns="108000" rIns="0"/>
          <a:lstStyle>
            <a:defPPr>
              <a:defRPr lang="fr-FR"/>
            </a:defPPr>
            <a:lvl1pPr marL="0" algn="r" defTabSz="914400" rtl="0" eaLnBrk="1" latinLnBrk="0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Browallia New" panose="020B0604020202020204" pitchFamily="34" charset="-34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F4FEB08F-923E-484A-9FC5-0AA7BDA29BD6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25" name="Espace réservé du texte 4"/>
          <p:cNvSpPr>
            <a:spLocks noGrp="1"/>
          </p:cNvSpPr>
          <p:nvPr>
            <p:ph type="body" sz="quarter" idx="10"/>
          </p:nvPr>
        </p:nvSpPr>
        <p:spPr>
          <a:xfrm>
            <a:off x="4891733" y="4459399"/>
            <a:ext cx="6716792" cy="1128170"/>
          </a:xfr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n-lt"/>
              </a:defRPr>
            </a:lvl1pPr>
            <a:lvl2pPr marL="269875" indent="0">
              <a:buNone/>
              <a:defRPr sz="2000">
                <a:solidFill>
                  <a:schemeClr val="bg1"/>
                </a:solidFill>
                <a:latin typeface="+mn-lt"/>
              </a:defRPr>
            </a:lvl2pPr>
            <a:lvl3pPr>
              <a:defRPr sz="1800">
                <a:solidFill>
                  <a:schemeClr val="bg1"/>
                </a:solidFill>
                <a:latin typeface="+mn-lt"/>
              </a:defRPr>
            </a:lvl3pPr>
            <a:lvl4pPr>
              <a:defRPr sz="1800">
                <a:solidFill>
                  <a:schemeClr val="bg1"/>
                </a:solidFill>
                <a:latin typeface="+mn-lt"/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</p:txBody>
      </p:sp>
      <p:pic>
        <p:nvPicPr>
          <p:cNvPr id="10" name="Image 9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15" y="117009"/>
            <a:ext cx="4003284" cy="3871161"/>
          </a:xfrm>
          <a:prstGeom prst="rect">
            <a:avLst/>
          </a:prstGeom>
        </p:spPr>
      </p:pic>
      <p:sp>
        <p:nvSpPr>
          <p:cNvPr id="11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511908" y="6406728"/>
            <a:ext cx="5672016" cy="365125"/>
          </a:xfrm>
          <a:prstGeom prst="rect">
            <a:avLst/>
          </a:prstGeom>
        </p:spPr>
        <p:txBody>
          <a:bodyPr tIns="108000"/>
          <a:lstStyle>
            <a:lvl1pPr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r>
              <a:rPr lang="en-US"/>
              <a:t>2025 | ©HeadMind Partners AI &amp; Blockchain | Confidentiel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741998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de Titre-Graphè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85"/>
          <a:stretch/>
        </p:blipFill>
        <p:spPr>
          <a:xfrm>
            <a:off x="0" y="4040372"/>
            <a:ext cx="12192000" cy="2817628"/>
          </a:xfrm>
          <a:prstGeom prst="rect">
            <a:avLst/>
          </a:prstGeom>
        </p:spPr>
      </p:pic>
      <p:sp>
        <p:nvSpPr>
          <p:cNvPr id="19" name="Espace réservé du numéro de diapositive 2"/>
          <p:cNvSpPr>
            <a:spLocks noGrp="1"/>
          </p:cNvSpPr>
          <p:nvPr>
            <p:ph type="sldNum" sz="quarter" idx="4"/>
          </p:nvPr>
        </p:nvSpPr>
        <p:spPr>
          <a:xfrm>
            <a:off x="11248525" y="6406728"/>
            <a:ext cx="720000" cy="365125"/>
          </a:xfrm>
          <a:prstGeom prst="rect">
            <a:avLst/>
          </a:prstGeom>
        </p:spPr>
        <p:txBody>
          <a:bodyPr lIns="0" tIns="108000" rIns="0"/>
          <a:lstStyle>
            <a:lvl1pPr algn="r"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pPr>
              <a:defRPr/>
            </a:pPr>
            <a:fld id="{F4FEB08F-923E-484A-9FC5-0AA7BDA29BD6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21" name="Titre 1"/>
          <p:cNvSpPr>
            <a:spLocks noGrp="1"/>
          </p:cNvSpPr>
          <p:nvPr>
            <p:ph type="title"/>
          </p:nvPr>
        </p:nvSpPr>
        <p:spPr>
          <a:xfrm>
            <a:off x="4891733" y="2323782"/>
            <a:ext cx="6716792" cy="865186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23" name="Espace réservé du numéro de diapositive 2"/>
          <p:cNvSpPr txBox="1">
            <a:spLocks/>
          </p:cNvSpPr>
          <p:nvPr userDrawn="1"/>
        </p:nvSpPr>
        <p:spPr>
          <a:xfrm>
            <a:off x="11248525" y="6406728"/>
            <a:ext cx="720000" cy="365125"/>
          </a:xfrm>
          <a:prstGeom prst="rect">
            <a:avLst/>
          </a:prstGeom>
        </p:spPr>
        <p:txBody>
          <a:bodyPr lIns="0" tIns="108000" rIns="0"/>
          <a:lstStyle>
            <a:defPPr>
              <a:defRPr lang="fr-FR"/>
            </a:defPPr>
            <a:lvl1pPr marL="0" algn="r" defTabSz="914400" rtl="0" eaLnBrk="1" latinLnBrk="0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Browallia New" panose="020B0604020202020204" pitchFamily="34" charset="-34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F4FEB08F-923E-484A-9FC5-0AA7BDA29BD6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25" name="Espace réservé du texte 4"/>
          <p:cNvSpPr>
            <a:spLocks noGrp="1"/>
          </p:cNvSpPr>
          <p:nvPr>
            <p:ph type="body" sz="quarter" idx="10"/>
          </p:nvPr>
        </p:nvSpPr>
        <p:spPr>
          <a:xfrm>
            <a:off x="4891733" y="4459399"/>
            <a:ext cx="6716792" cy="1128170"/>
          </a:xfr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n-lt"/>
              </a:defRPr>
            </a:lvl1pPr>
            <a:lvl2pPr marL="269875" indent="0">
              <a:buNone/>
              <a:defRPr sz="2000">
                <a:solidFill>
                  <a:schemeClr val="bg1"/>
                </a:solidFill>
                <a:latin typeface="+mn-lt"/>
              </a:defRPr>
            </a:lvl2pPr>
            <a:lvl3pPr>
              <a:defRPr sz="1800">
                <a:solidFill>
                  <a:schemeClr val="bg1"/>
                </a:solidFill>
                <a:latin typeface="+mn-lt"/>
              </a:defRPr>
            </a:lvl3pPr>
            <a:lvl4pPr>
              <a:defRPr sz="1800">
                <a:solidFill>
                  <a:schemeClr val="bg1"/>
                </a:solidFill>
                <a:latin typeface="+mn-lt"/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</p:txBody>
      </p:sp>
      <p:pic>
        <p:nvPicPr>
          <p:cNvPr id="2" name="Image 1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845"/>
            <a:ext cx="4136081" cy="3790879"/>
          </a:xfrm>
          <a:prstGeom prst="rect">
            <a:avLst/>
          </a:prstGeom>
        </p:spPr>
      </p:pic>
      <p:sp>
        <p:nvSpPr>
          <p:cNvPr id="10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511908" y="6406728"/>
            <a:ext cx="5672016" cy="365125"/>
          </a:xfrm>
          <a:prstGeom prst="rect">
            <a:avLst/>
          </a:prstGeom>
        </p:spPr>
        <p:txBody>
          <a:bodyPr tIns="108000"/>
          <a:lstStyle>
            <a:lvl1pPr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r>
              <a:rPr lang="en-US"/>
              <a:t>2025 | ©HeadMind Partners AI &amp; Blockchain | Confidentiel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32099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e simple génériq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11910" y="187550"/>
            <a:ext cx="11153041" cy="865186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cxnSp>
        <p:nvCxnSpPr>
          <p:cNvPr id="7" name="Connecteur droit 6"/>
          <p:cNvCxnSpPr/>
          <p:nvPr userDrawn="1"/>
        </p:nvCxnSpPr>
        <p:spPr>
          <a:xfrm>
            <a:off x="527382" y="1196752"/>
            <a:ext cx="11137237" cy="0"/>
          </a:xfrm>
          <a:prstGeom prst="line">
            <a:avLst/>
          </a:prstGeom>
          <a:ln w="6350" cmpd="sng">
            <a:solidFill>
              <a:srgbClr val="27345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Espace réservé du texte 5"/>
          <p:cNvSpPr>
            <a:spLocks noGrp="1"/>
          </p:cNvSpPr>
          <p:nvPr>
            <p:ph type="body" sz="quarter" idx="14"/>
          </p:nvPr>
        </p:nvSpPr>
        <p:spPr>
          <a:xfrm>
            <a:off x="527382" y="1568450"/>
            <a:ext cx="11137237" cy="4467225"/>
          </a:xfrm>
        </p:spPr>
        <p:txBody>
          <a:bodyPr/>
          <a:lstStyle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60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400">
                <a:solidFill>
                  <a:schemeClr val="tx1"/>
                </a:solidFill>
              </a:defRPr>
            </a:lvl3pPr>
            <a:lvl4pPr marL="1165225" indent="-28575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Segoe UI" panose="020B0502040204020203" pitchFamily="34" charset="0"/>
              <a:buChar char="‑"/>
              <a:defRPr sz="1400">
                <a:solidFill>
                  <a:schemeClr val="tx1"/>
                </a:solidFill>
              </a:defRPr>
            </a:lvl4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</p:txBody>
      </p:sp>
      <p:sp>
        <p:nvSpPr>
          <p:cNvPr id="8" name="Espace réservé du numéro de diapositive 2"/>
          <p:cNvSpPr>
            <a:spLocks noGrp="1"/>
          </p:cNvSpPr>
          <p:nvPr>
            <p:ph type="sldNum" sz="quarter" idx="4"/>
          </p:nvPr>
        </p:nvSpPr>
        <p:spPr>
          <a:xfrm>
            <a:off x="11248525" y="6406728"/>
            <a:ext cx="720000" cy="365125"/>
          </a:xfrm>
          <a:prstGeom prst="rect">
            <a:avLst/>
          </a:prstGeom>
        </p:spPr>
        <p:txBody>
          <a:bodyPr lIns="0" tIns="108000" rIns="0"/>
          <a:lstStyle>
            <a:lvl1pPr algn="r"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pPr>
              <a:defRPr/>
            </a:pPr>
            <a:fld id="{F4FEB08F-923E-484A-9FC5-0AA7BDA29BD6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9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511908" y="6406728"/>
            <a:ext cx="5672016" cy="365125"/>
          </a:xfrm>
          <a:prstGeom prst="rect">
            <a:avLst/>
          </a:prstGeom>
        </p:spPr>
        <p:txBody>
          <a:bodyPr tIns="108000"/>
          <a:lstStyle>
            <a:lvl1pPr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r>
              <a:rPr lang="en-US"/>
              <a:t>2025 | ©HeadMind Partners AI &amp; Blockchain | Confidentiel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854327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position personnalisé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pour une image  5"/>
          <p:cNvSpPr>
            <a:spLocks noGrp="1"/>
          </p:cNvSpPr>
          <p:nvPr>
            <p:ph type="pic" sz="quarter" idx="12"/>
          </p:nvPr>
        </p:nvSpPr>
        <p:spPr>
          <a:xfrm>
            <a:off x="6183923" y="1563976"/>
            <a:ext cx="6008077" cy="4450774"/>
          </a:xfrm>
          <a:ln w="19050">
            <a:noFill/>
          </a:ln>
        </p:spPr>
        <p:txBody>
          <a:bodyPr tIns="468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8" name="Espace réservé du texte 14"/>
          <p:cNvSpPr>
            <a:spLocks noGrp="1"/>
          </p:cNvSpPr>
          <p:nvPr>
            <p:ph type="body" sz="quarter" idx="13" hasCustomPrompt="1"/>
          </p:nvPr>
        </p:nvSpPr>
        <p:spPr>
          <a:xfrm>
            <a:off x="511908" y="1563976"/>
            <a:ext cx="5488843" cy="4450774"/>
          </a:xfrm>
          <a:ln w="19050">
            <a:noFill/>
          </a:ln>
        </p:spPr>
        <p:txBody>
          <a:bodyPr tIns="46800"/>
          <a:lstStyle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+mn-lt"/>
                <a:cs typeface="Browallia New" panose="020B0604020202020204" pitchFamily="34" charset="-34"/>
              </a:defRPr>
            </a:lvl1pPr>
            <a:lvl2pPr marL="444500" indent="-174625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Browallia New" panose="020B0604020202020204" pitchFamily="34" charset="-34"/>
              <a:buChar char="›"/>
              <a:defRPr sz="1600">
                <a:solidFill>
                  <a:schemeClr val="tx1"/>
                </a:solidFill>
                <a:latin typeface="+mn-lt"/>
                <a:cs typeface="Browallia New" panose="020B0604020202020204" pitchFamily="34" charset="-34"/>
              </a:defRPr>
            </a:lvl2pPr>
            <a:lvl3pPr marL="806450" indent="-2286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400">
                <a:solidFill>
                  <a:schemeClr val="tx1"/>
                </a:solidFill>
                <a:latin typeface="+mn-lt"/>
                <a:cs typeface="Browallia New" panose="020B0604020202020204" pitchFamily="34" charset="-34"/>
              </a:defRPr>
            </a:lvl3pPr>
            <a:lvl4pPr marL="981075" indent="-2413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Char char="−"/>
              <a:defRPr sz="1400">
                <a:solidFill>
                  <a:schemeClr val="tx1"/>
                </a:solidFill>
                <a:latin typeface="+mn-lt"/>
                <a:cs typeface="Browallia New" panose="020B0604020202020204" pitchFamily="34" charset="-34"/>
              </a:defRPr>
            </a:lvl4pPr>
            <a:lvl5pPr marL="1250950" indent="-228600">
              <a:buFont typeface="Calibri" panose="020F0502020204030204" pitchFamily="34" charset="0"/>
              <a:buChar char="−"/>
              <a:defRPr sz="2000">
                <a:latin typeface="Browallia New" panose="020B0604020202020204" pitchFamily="34" charset="-34"/>
                <a:cs typeface="Browallia New" panose="020B0604020202020204" pitchFamily="34" charset="-34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</p:txBody>
      </p:sp>
      <p:cxnSp>
        <p:nvCxnSpPr>
          <p:cNvPr id="9" name="Connecteur droit 8"/>
          <p:cNvCxnSpPr/>
          <p:nvPr userDrawn="1"/>
        </p:nvCxnSpPr>
        <p:spPr>
          <a:xfrm>
            <a:off x="527382" y="1196752"/>
            <a:ext cx="11137237" cy="0"/>
          </a:xfrm>
          <a:prstGeom prst="line">
            <a:avLst/>
          </a:prstGeom>
          <a:ln w="6350" cmpd="sng">
            <a:solidFill>
              <a:srgbClr val="27345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itre 1"/>
          <p:cNvSpPr>
            <a:spLocks noGrp="1"/>
          </p:cNvSpPr>
          <p:nvPr>
            <p:ph type="title"/>
          </p:nvPr>
        </p:nvSpPr>
        <p:spPr>
          <a:xfrm>
            <a:off x="511910" y="187550"/>
            <a:ext cx="11153041" cy="865186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10" name="Espace réservé du numéro de diapositive 2"/>
          <p:cNvSpPr>
            <a:spLocks noGrp="1"/>
          </p:cNvSpPr>
          <p:nvPr>
            <p:ph type="sldNum" sz="quarter" idx="4"/>
          </p:nvPr>
        </p:nvSpPr>
        <p:spPr>
          <a:xfrm>
            <a:off x="11248525" y="6406728"/>
            <a:ext cx="720000" cy="365125"/>
          </a:xfrm>
          <a:prstGeom prst="rect">
            <a:avLst/>
          </a:prstGeom>
        </p:spPr>
        <p:txBody>
          <a:bodyPr lIns="0" tIns="108000" rIns="0"/>
          <a:lstStyle>
            <a:lvl1pPr algn="r"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pPr>
              <a:defRPr/>
            </a:pPr>
            <a:fld id="{F4FEB08F-923E-484A-9FC5-0AA7BDA29BD6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15" name="Espace réservé du contenu 2"/>
          <p:cNvSpPr>
            <a:spLocks noGrp="1"/>
          </p:cNvSpPr>
          <p:nvPr>
            <p:ph sz="quarter" idx="15"/>
          </p:nvPr>
        </p:nvSpPr>
        <p:spPr>
          <a:xfrm>
            <a:off x="6183924" y="6015038"/>
            <a:ext cx="5480695" cy="366935"/>
          </a:xfrm>
        </p:spPr>
        <p:txBody>
          <a:bodyPr/>
          <a:lstStyle>
            <a:lvl1pPr marL="0" indent="0" algn="r">
              <a:buNone/>
              <a:defRPr sz="1200" i="1"/>
            </a:lvl1pPr>
            <a:lvl2pPr>
              <a:defRPr sz="1400" i="1"/>
            </a:lvl2pPr>
            <a:lvl3pPr>
              <a:defRPr sz="1200" i="1"/>
            </a:lvl3pPr>
            <a:lvl4pPr>
              <a:buFont typeface="Arial" panose="020B0604020202020204" pitchFamily="34" charset="0"/>
              <a:buChar char="•"/>
              <a:defRPr sz="1200" i="1"/>
            </a:lvl4pPr>
            <a:lvl5pPr marL="2114550" indent="-285750">
              <a:buFont typeface="Arial" panose="020B0604020202020204" pitchFamily="34" charset="0"/>
              <a:buChar char="•"/>
              <a:defRPr sz="1800" i="1"/>
            </a:lvl5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11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511908" y="6406728"/>
            <a:ext cx="5672016" cy="365125"/>
          </a:xfrm>
          <a:prstGeom prst="rect">
            <a:avLst/>
          </a:prstGeom>
        </p:spPr>
        <p:txBody>
          <a:bodyPr tIns="108000"/>
          <a:lstStyle>
            <a:lvl1pPr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r>
              <a:rPr lang="en-US"/>
              <a:t>2025 | ©HeadMind Partners AI &amp; Blockchain | Confidentiel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626971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position personnalisée -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cxnSp>
        <p:nvCxnSpPr>
          <p:cNvPr id="10" name="Connecteur droit 9"/>
          <p:cNvCxnSpPr/>
          <p:nvPr userDrawn="1"/>
        </p:nvCxnSpPr>
        <p:spPr>
          <a:xfrm>
            <a:off x="527382" y="1196752"/>
            <a:ext cx="11137237" cy="0"/>
          </a:xfrm>
          <a:prstGeom prst="line">
            <a:avLst/>
          </a:prstGeom>
          <a:ln w="6350" cmpd="sng">
            <a:solidFill>
              <a:srgbClr val="27345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Espace réservé du texte 14"/>
          <p:cNvSpPr>
            <a:spLocks noGrp="1"/>
          </p:cNvSpPr>
          <p:nvPr>
            <p:ph type="body" sz="quarter" idx="13" hasCustomPrompt="1"/>
          </p:nvPr>
        </p:nvSpPr>
        <p:spPr>
          <a:xfrm>
            <a:off x="511908" y="1563976"/>
            <a:ext cx="5488843" cy="4450774"/>
          </a:xfrm>
        </p:spPr>
        <p:txBody>
          <a:bodyPr/>
          <a:lstStyle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+mn-lt"/>
                <a:cs typeface="Browallia New" panose="020B0604020202020204" pitchFamily="34" charset="-34"/>
              </a:defRPr>
            </a:lvl1pPr>
            <a:lvl2pPr marL="444500" indent="-174625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Browallia New" panose="020B0604020202020204" pitchFamily="34" charset="-34"/>
              <a:buChar char="›"/>
              <a:defRPr sz="1600">
                <a:solidFill>
                  <a:schemeClr val="tx1"/>
                </a:solidFill>
                <a:latin typeface="+mn-lt"/>
                <a:cs typeface="Browallia New" panose="020B0604020202020204" pitchFamily="34" charset="-34"/>
              </a:defRPr>
            </a:lvl2pPr>
            <a:lvl3pPr marL="806450" indent="-2286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400">
                <a:solidFill>
                  <a:schemeClr val="tx1"/>
                </a:solidFill>
                <a:latin typeface="+mn-lt"/>
                <a:cs typeface="Browallia New" panose="020B0604020202020204" pitchFamily="34" charset="-34"/>
              </a:defRPr>
            </a:lvl3pPr>
            <a:lvl4pPr marL="981075" indent="-2413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Char char="−"/>
              <a:defRPr sz="1400">
                <a:solidFill>
                  <a:schemeClr val="tx1"/>
                </a:solidFill>
                <a:latin typeface="+mn-lt"/>
                <a:cs typeface="Browallia New" panose="020B0604020202020204" pitchFamily="34" charset="-34"/>
              </a:defRPr>
            </a:lvl4pPr>
            <a:lvl5pPr marL="1250950" indent="-228600">
              <a:buFont typeface="Calibri" panose="020F0502020204030204" pitchFamily="34" charset="0"/>
              <a:buChar char="−"/>
              <a:defRPr sz="2000">
                <a:latin typeface="Browallia New" panose="020B0604020202020204" pitchFamily="34" charset="-34"/>
                <a:cs typeface="Browallia New" panose="020B0604020202020204" pitchFamily="34" charset="-34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</p:txBody>
      </p:sp>
      <p:sp>
        <p:nvSpPr>
          <p:cNvPr id="11" name="Espace réservé du contenu 2"/>
          <p:cNvSpPr>
            <a:spLocks noGrp="1"/>
          </p:cNvSpPr>
          <p:nvPr>
            <p:ph sz="quarter" idx="15"/>
          </p:nvPr>
        </p:nvSpPr>
        <p:spPr>
          <a:xfrm>
            <a:off x="6183924" y="6015038"/>
            <a:ext cx="5480695" cy="366935"/>
          </a:xfrm>
        </p:spPr>
        <p:txBody>
          <a:bodyPr/>
          <a:lstStyle>
            <a:lvl1pPr marL="0" indent="0" algn="r">
              <a:buNone/>
              <a:defRPr sz="1200" i="1"/>
            </a:lvl1pPr>
            <a:lvl2pPr>
              <a:defRPr sz="1400" i="1"/>
            </a:lvl2pPr>
            <a:lvl3pPr>
              <a:defRPr sz="1200" i="1"/>
            </a:lvl3pPr>
            <a:lvl4pPr>
              <a:buFont typeface="Arial" panose="020B0604020202020204" pitchFamily="34" charset="0"/>
              <a:buChar char="•"/>
              <a:defRPr sz="1200" i="1"/>
            </a:lvl4pPr>
            <a:lvl5pPr marL="2114550" indent="-285750">
              <a:buFont typeface="Arial" panose="020B0604020202020204" pitchFamily="34" charset="0"/>
              <a:buChar char="•"/>
              <a:defRPr sz="1800" i="1"/>
            </a:lvl5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6"/>
          </p:nvPr>
        </p:nvSpPr>
        <p:spPr>
          <a:xfrm>
            <a:off x="6183313" y="1563688"/>
            <a:ext cx="5481306" cy="4451350"/>
          </a:xfr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fr-FR" dirty="0" smtClean="0">
                <a:solidFill>
                  <a:schemeClr val="tx1"/>
                </a:solidFill>
                <a:latin typeface="+mn-lt"/>
                <a:cs typeface="Browallia New" panose="020B0604020202020204" pitchFamily="34" charset="-34"/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lang="fr-FR" dirty="0" smtClean="0">
                <a:solidFill>
                  <a:schemeClr val="tx1"/>
                </a:solidFill>
                <a:latin typeface="+mn-lt"/>
                <a:cs typeface="Browallia New" panose="020B0604020202020204" pitchFamily="34" charset="-34"/>
              </a:defRPr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lang="fr-FR" dirty="0" smtClean="0">
                <a:solidFill>
                  <a:schemeClr val="tx1"/>
                </a:solidFill>
                <a:latin typeface="+mn-lt"/>
                <a:cs typeface="Browallia New" panose="020B0604020202020204" pitchFamily="34" charset="-34"/>
              </a:defRPr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lang="fr-FR" dirty="0">
                <a:solidFill>
                  <a:schemeClr val="tx1"/>
                </a:solidFill>
                <a:latin typeface="+mn-lt"/>
                <a:cs typeface="Browallia New" panose="020B0604020202020204" pitchFamily="34" charset="-34"/>
              </a:defRPr>
            </a:lvl4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</p:txBody>
      </p:sp>
      <p:sp>
        <p:nvSpPr>
          <p:cNvPr id="9" name="Espace réservé du numéro de diapositive 2"/>
          <p:cNvSpPr>
            <a:spLocks noGrp="1"/>
          </p:cNvSpPr>
          <p:nvPr>
            <p:ph type="sldNum" sz="quarter" idx="4"/>
          </p:nvPr>
        </p:nvSpPr>
        <p:spPr>
          <a:xfrm>
            <a:off x="11248525" y="6406728"/>
            <a:ext cx="720000" cy="365125"/>
          </a:xfrm>
          <a:prstGeom prst="rect">
            <a:avLst/>
          </a:prstGeom>
        </p:spPr>
        <p:txBody>
          <a:bodyPr lIns="0" tIns="108000" rIns="0"/>
          <a:lstStyle>
            <a:lvl1pPr algn="r"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pPr>
              <a:defRPr/>
            </a:pPr>
            <a:fld id="{F4FEB08F-923E-484A-9FC5-0AA7BDA29BD6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12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511908" y="6406728"/>
            <a:ext cx="5672016" cy="365125"/>
          </a:xfrm>
          <a:prstGeom prst="rect">
            <a:avLst/>
          </a:prstGeom>
        </p:spPr>
        <p:txBody>
          <a:bodyPr tIns="108000"/>
          <a:lstStyle>
            <a:lvl1pPr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r>
              <a:rPr lang="en-US"/>
              <a:t>2025 | ©HeadMind Partners AI &amp; Blockchain | Confidentiel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169404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15" name="Rectangle 14"/>
          <p:cNvSpPr/>
          <p:nvPr/>
        </p:nvSpPr>
        <p:spPr>
          <a:xfrm>
            <a:off x="1564830" y="1696572"/>
            <a:ext cx="2052538" cy="2117454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effectLst/>
            </a:endParaRPr>
          </a:p>
        </p:txBody>
      </p:sp>
      <p:sp>
        <p:nvSpPr>
          <p:cNvPr id="17" name="Espace réservé du texte 11"/>
          <p:cNvSpPr>
            <a:spLocks noGrp="1"/>
          </p:cNvSpPr>
          <p:nvPr userDrawn="1">
            <p:ph type="body" sz="quarter" idx="17"/>
          </p:nvPr>
        </p:nvSpPr>
        <p:spPr>
          <a:xfrm>
            <a:off x="1199209" y="4593955"/>
            <a:ext cx="2783780" cy="1379079"/>
          </a:xfrm>
          <a:noFill/>
        </p:spPr>
        <p:txBody>
          <a:bodyPr/>
          <a:lstStyle>
            <a:lvl1pPr marL="0" indent="0" algn="ctr">
              <a:buNone/>
              <a:defRPr lang="fr-FR" sz="1400" kern="1200" dirty="0" smtClean="0">
                <a:solidFill>
                  <a:schemeClr val="tx1"/>
                </a:solidFill>
                <a:latin typeface="+mn-lt"/>
                <a:ea typeface="+mn-ea"/>
                <a:cs typeface="Browallia New" panose="020B0604020202020204" pitchFamily="34" charset="-34"/>
              </a:defRPr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rtl="0" fontAlgn="base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fr-FR"/>
              <a:t>Modifier les styles du texte du masque</a:t>
            </a:r>
          </a:p>
        </p:txBody>
      </p:sp>
      <p:sp>
        <p:nvSpPr>
          <p:cNvPr id="18" name="Espace réservé pour une image  7"/>
          <p:cNvSpPr>
            <a:spLocks noGrp="1"/>
          </p:cNvSpPr>
          <p:nvPr userDrawn="1">
            <p:ph type="pic" sz="quarter" idx="12"/>
          </p:nvPr>
        </p:nvSpPr>
        <p:spPr>
          <a:xfrm>
            <a:off x="1782319" y="1556792"/>
            <a:ext cx="1980000" cy="2090172"/>
          </a:xfrm>
        </p:spPr>
        <p:txBody>
          <a:bodyPr/>
          <a:lstStyle>
            <a:lvl1pPr marL="0" indent="0">
              <a:buNone/>
              <a:defRPr sz="1400">
                <a:solidFill>
                  <a:schemeClr val="tx1"/>
                </a:solidFill>
                <a:latin typeface="Bodoni 72 Bold"/>
              </a:defRPr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20" name="Rectangle 19"/>
          <p:cNvSpPr/>
          <p:nvPr/>
        </p:nvSpPr>
        <p:spPr>
          <a:xfrm>
            <a:off x="4810819" y="1696572"/>
            <a:ext cx="2052538" cy="2117454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effectLst/>
            </a:endParaRPr>
          </a:p>
        </p:txBody>
      </p:sp>
      <p:sp>
        <p:nvSpPr>
          <p:cNvPr id="22" name="Espace réservé pour une image  7"/>
          <p:cNvSpPr>
            <a:spLocks noGrp="1"/>
          </p:cNvSpPr>
          <p:nvPr userDrawn="1">
            <p:ph type="pic" sz="quarter" idx="18"/>
          </p:nvPr>
        </p:nvSpPr>
        <p:spPr>
          <a:xfrm>
            <a:off x="5031273" y="1553644"/>
            <a:ext cx="1980000" cy="2080215"/>
          </a:xfrm>
        </p:spPr>
        <p:txBody>
          <a:bodyPr/>
          <a:lstStyle>
            <a:lvl1pPr marL="0" indent="0">
              <a:buNone/>
              <a:defRPr sz="1400">
                <a:solidFill>
                  <a:schemeClr val="tx1"/>
                </a:solidFill>
                <a:latin typeface="Bodoni 72 Bold"/>
              </a:defRPr>
            </a:lvl1pPr>
          </a:lstStyle>
          <a:p>
            <a:r>
              <a:rPr lang="fr-FR"/>
              <a:t>Cliquez sur l'icône pour ajouter une image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12224" y="1702220"/>
            <a:ext cx="2052538" cy="2117454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effectLst/>
            </a:endParaRPr>
          </a:p>
        </p:txBody>
      </p:sp>
      <p:sp>
        <p:nvSpPr>
          <p:cNvPr id="26" name="Espace réservé pour une image  7"/>
          <p:cNvSpPr>
            <a:spLocks noGrp="1"/>
          </p:cNvSpPr>
          <p:nvPr userDrawn="1">
            <p:ph type="pic" sz="quarter" idx="19"/>
          </p:nvPr>
        </p:nvSpPr>
        <p:spPr>
          <a:xfrm>
            <a:off x="8328247" y="1553644"/>
            <a:ext cx="1980000" cy="2080216"/>
          </a:xfrm>
        </p:spPr>
        <p:txBody>
          <a:bodyPr/>
          <a:lstStyle>
            <a:lvl1pPr marL="0" indent="0">
              <a:buNone/>
              <a:defRPr sz="1400">
                <a:solidFill>
                  <a:schemeClr val="tx1"/>
                </a:solidFill>
                <a:latin typeface="Bodoni 72 Bold"/>
              </a:defRPr>
            </a:lvl1pPr>
          </a:lstStyle>
          <a:p>
            <a:r>
              <a:rPr lang="fr-FR"/>
              <a:t>Cliquez sur l'icône pour ajouter une image</a:t>
            </a:r>
          </a:p>
        </p:txBody>
      </p:sp>
      <p:cxnSp>
        <p:nvCxnSpPr>
          <p:cNvPr id="19" name="Connecteur droit 18"/>
          <p:cNvCxnSpPr/>
          <p:nvPr userDrawn="1"/>
        </p:nvCxnSpPr>
        <p:spPr>
          <a:xfrm>
            <a:off x="527382" y="1196752"/>
            <a:ext cx="11137237" cy="0"/>
          </a:xfrm>
          <a:prstGeom prst="line">
            <a:avLst/>
          </a:prstGeom>
          <a:ln w="6350" cmpd="sng">
            <a:solidFill>
              <a:srgbClr val="27345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Espace réservé du texte 11"/>
          <p:cNvSpPr>
            <a:spLocks noGrp="1"/>
          </p:cNvSpPr>
          <p:nvPr>
            <p:ph type="body" sz="quarter" idx="20"/>
          </p:nvPr>
        </p:nvSpPr>
        <p:spPr>
          <a:xfrm>
            <a:off x="4445198" y="4600875"/>
            <a:ext cx="2783780" cy="1379079"/>
          </a:xfrm>
          <a:noFill/>
        </p:spPr>
        <p:txBody>
          <a:bodyPr/>
          <a:lstStyle>
            <a:lvl1pPr marL="0" indent="0" algn="ctr">
              <a:buNone/>
              <a:defRPr lang="fr-FR" sz="1400" kern="1200" dirty="0" smtClean="0">
                <a:solidFill>
                  <a:schemeClr val="tx1"/>
                </a:solidFill>
                <a:latin typeface="+mn-lt"/>
                <a:ea typeface="+mn-ea"/>
                <a:cs typeface="Browallia New" panose="020B0604020202020204" pitchFamily="34" charset="-34"/>
              </a:defRPr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rtl="0" fontAlgn="base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fr-FR"/>
              <a:t>Modifier les styles du texte du masque</a:t>
            </a:r>
          </a:p>
        </p:txBody>
      </p:sp>
      <p:sp>
        <p:nvSpPr>
          <p:cNvPr id="31" name="Espace réservé du texte 11"/>
          <p:cNvSpPr>
            <a:spLocks noGrp="1"/>
          </p:cNvSpPr>
          <p:nvPr>
            <p:ph type="body" sz="quarter" idx="21"/>
          </p:nvPr>
        </p:nvSpPr>
        <p:spPr>
          <a:xfrm>
            <a:off x="7746603" y="4600875"/>
            <a:ext cx="2783780" cy="1379079"/>
          </a:xfrm>
          <a:noFill/>
        </p:spPr>
        <p:txBody>
          <a:bodyPr/>
          <a:lstStyle>
            <a:lvl1pPr marL="0" indent="0" algn="ctr">
              <a:buNone/>
              <a:defRPr lang="fr-FR" sz="1400" kern="1200" dirty="0" smtClean="0">
                <a:solidFill>
                  <a:schemeClr val="tx1"/>
                </a:solidFill>
                <a:latin typeface="+mn-lt"/>
                <a:ea typeface="+mn-ea"/>
                <a:cs typeface="Browallia New" panose="020B0604020202020204" pitchFamily="34" charset="-34"/>
              </a:defRPr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rtl="0" fontAlgn="base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22"/>
          </p:nvPr>
        </p:nvSpPr>
        <p:spPr>
          <a:xfrm>
            <a:off x="1198563" y="4264025"/>
            <a:ext cx="2784475" cy="330200"/>
          </a:xfrm>
        </p:spPr>
        <p:txBody>
          <a:bodyPr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8" name="Espace réservé du contenu 7"/>
          <p:cNvSpPr>
            <a:spLocks noGrp="1"/>
          </p:cNvSpPr>
          <p:nvPr>
            <p:ph sz="quarter" idx="23"/>
          </p:nvPr>
        </p:nvSpPr>
        <p:spPr>
          <a:xfrm>
            <a:off x="4445000" y="4248150"/>
            <a:ext cx="2784475" cy="346075"/>
          </a:xfrm>
        </p:spPr>
        <p:txBody>
          <a:bodyPr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10" name="Espace réservé du contenu 9"/>
          <p:cNvSpPr>
            <a:spLocks noGrp="1"/>
          </p:cNvSpPr>
          <p:nvPr>
            <p:ph sz="quarter" idx="24"/>
          </p:nvPr>
        </p:nvSpPr>
        <p:spPr>
          <a:xfrm>
            <a:off x="7747000" y="4248150"/>
            <a:ext cx="2782888" cy="346075"/>
          </a:xfrm>
        </p:spPr>
        <p:txBody>
          <a:bodyPr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21" name="Espace réservé du numéro de diapositive 2"/>
          <p:cNvSpPr>
            <a:spLocks noGrp="1"/>
          </p:cNvSpPr>
          <p:nvPr>
            <p:ph type="sldNum" sz="quarter" idx="4"/>
          </p:nvPr>
        </p:nvSpPr>
        <p:spPr>
          <a:xfrm>
            <a:off x="11248525" y="6406728"/>
            <a:ext cx="720000" cy="365125"/>
          </a:xfrm>
          <a:prstGeom prst="rect">
            <a:avLst/>
          </a:prstGeom>
        </p:spPr>
        <p:txBody>
          <a:bodyPr lIns="0" tIns="108000" rIns="0"/>
          <a:lstStyle>
            <a:lvl1pPr algn="r"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pPr>
              <a:defRPr/>
            </a:pPr>
            <a:fld id="{F4FEB08F-923E-484A-9FC5-0AA7BDA29BD6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25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511908" y="6406728"/>
            <a:ext cx="5672016" cy="365125"/>
          </a:xfrm>
          <a:prstGeom prst="rect">
            <a:avLst/>
          </a:prstGeom>
        </p:spPr>
        <p:txBody>
          <a:bodyPr tIns="108000"/>
          <a:lstStyle>
            <a:lvl1pPr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r>
              <a:rPr lang="en-US"/>
              <a:t>2025 | ©HeadMind Partners AI &amp; Blockchain | Confidentiel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4988530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position personnalisée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llipse 13"/>
          <p:cNvSpPr/>
          <p:nvPr userDrawn="1"/>
        </p:nvSpPr>
        <p:spPr>
          <a:xfrm>
            <a:off x="1557949" y="1771234"/>
            <a:ext cx="1875600" cy="187379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6" name="Espace réservé pour une image  9"/>
          <p:cNvSpPr>
            <a:spLocks noGrp="1"/>
          </p:cNvSpPr>
          <p:nvPr>
            <p:ph type="pic" sz="quarter" idx="17" hasCustomPrompt="1"/>
          </p:nvPr>
        </p:nvSpPr>
        <p:spPr>
          <a:xfrm>
            <a:off x="1700120" y="1711816"/>
            <a:ext cx="1875600" cy="1873790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 sz="1108" i="1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</a:t>
            </a:r>
            <a:br>
              <a:rPr lang="en-US" dirty="0"/>
            </a:br>
            <a:r>
              <a:rPr lang="en-US" dirty="0"/>
              <a:t>a picture</a:t>
            </a:r>
          </a:p>
        </p:txBody>
      </p:sp>
      <p:sp>
        <p:nvSpPr>
          <p:cNvPr id="15" name="Ellipse 14"/>
          <p:cNvSpPr/>
          <p:nvPr userDrawn="1"/>
        </p:nvSpPr>
        <p:spPr>
          <a:xfrm>
            <a:off x="5158349" y="1771234"/>
            <a:ext cx="1875600" cy="187379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Espace réservé pour une image  9"/>
          <p:cNvSpPr>
            <a:spLocks noGrp="1"/>
          </p:cNvSpPr>
          <p:nvPr>
            <p:ph type="pic" sz="quarter" idx="23" hasCustomPrompt="1"/>
          </p:nvPr>
        </p:nvSpPr>
        <p:spPr>
          <a:xfrm>
            <a:off x="5300520" y="1711816"/>
            <a:ext cx="1875600" cy="1873790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 sz="1108" i="1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add</a:t>
            </a:r>
            <a:br>
              <a:rPr lang="en-US"/>
            </a:br>
            <a:r>
              <a:rPr lang="en-US"/>
              <a:t>a picture</a:t>
            </a:r>
          </a:p>
        </p:txBody>
      </p:sp>
      <p:sp>
        <p:nvSpPr>
          <p:cNvPr id="17" name="Ellipse 16"/>
          <p:cNvSpPr/>
          <p:nvPr userDrawn="1"/>
        </p:nvSpPr>
        <p:spPr>
          <a:xfrm>
            <a:off x="8758749" y="1771234"/>
            <a:ext cx="1875600" cy="187379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Espace réservé pour une image  9"/>
          <p:cNvSpPr>
            <a:spLocks noGrp="1"/>
          </p:cNvSpPr>
          <p:nvPr>
            <p:ph type="pic" sz="quarter" idx="24" hasCustomPrompt="1"/>
          </p:nvPr>
        </p:nvSpPr>
        <p:spPr>
          <a:xfrm>
            <a:off x="8900920" y="1711816"/>
            <a:ext cx="1875600" cy="1873790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 sz="1108" i="1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add</a:t>
            </a:r>
            <a:br>
              <a:rPr lang="en-US"/>
            </a:br>
            <a:r>
              <a:rPr lang="en-US"/>
              <a:t>a picture</a:t>
            </a:r>
          </a:p>
        </p:txBody>
      </p:sp>
      <p:cxnSp>
        <p:nvCxnSpPr>
          <p:cNvPr id="21" name="Connecteur droit 20"/>
          <p:cNvCxnSpPr/>
          <p:nvPr userDrawn="1"/>
        </p:nvCxnSpPr>
        <p:spPr>
          <a:xfrm>
            <a:off x="527382" y="1196752"/>
            <a:ext cx="11137237" cy="0"/>
          </a:xfrm>
          <a:prstGeom prst="line">
            <a:avLst/>
          </a:prstGeom>
          <a:ln w="6350" cmpd="sng">
            <a:solidFill>
              <a:srgbClr val="27345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Espace réservé du texte 11"/>
          <p:cNvSpPr>
            <a:spLocks noGrp="1"/>
          </p:cNvSpPr>
          <p:nvPr>
            <p:ph type="body" sz="quarter" idx="25"/>
          </p:nvPr>
        </p:nvSpPr>
        <p:spPr>
          <a:xfrm>
            <a:off x="983020" y="4257071"/>
            <a:ext cx="3062158" cy="1617045"/>
          </a:xfrm>
          <a:noFill/>
        </p:spPr>
        <p:txBody>
          <a:bodyPr/>
          <a:lstStyle>
            <a:lvl1pPr marL="0" indent="0" algn="ctr">
              <a:buNone/>
              <a:defRPr lang="fr-FR" sz="1400" kern="1200" dirty="0" smtClean="0">
                <a:solidFill>
                  <a:schemeClr val="tx1"/>
                </a:solidFill>
                <a:latin typeface="+mn-lt"/>
                <a:ea typeface="+mn-ea"/>
                <a:cs typeface="Browallia New" panose="020B0604020202020204" pitchFamily="34" charset="-34"/>
              </a:defRPr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rtl="0" fontAlgn="base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fr-FR"/>
              <a:t>Modifier les styles du texte du masque</a:t>
            </a:r>
          </a:p>
        </p:txBody>
      </p:sp>
      <p:sp>
        <p:nvSpPr>
          <p:cNvPr id="23" name="Espace réservé du texte 11"/>
          <p:cNvSpPr>
            <a:spLocks noGrp="1"/>
          </p:cNvSpPr>
          <p:nvPr>
            <p:ph type="body" sz="quarter" idx="20"/>
          </p:nvPr>
        </p:nvSpPr>
        <p:spPr>
          <a:xfrm>
            <a:off x="4604389" y="4263991"/>
            <a:ext cx="3062158" cy="1617045"/>
          </a:xfrm>
          <a:noFill/>
        </p:spPr>
        <p:txBody>
          <a:bodyPr/>
          <a:lstStyle>
            <a:lvl1pPr marL="0" indent="0" algn="ctr">
              <a:buNone/>
              <a:defRPr lang="fr-FR" sz="1400" kern="1200" dirty="0" smtClean="0">
                <a:solidFill>
                  <a:schemeClr val="tx1"/>
                </a:solidFill>
                <a:latin typeface="+mn-lt"/>
                <a:ea typeface="+mn-ea"/>
                <a:cs typeface="Browallia New" panose="020B0604020202020204" pitchFamily="34" charset="-34"/>
              </a:defRPr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rtl="0" fontAlgn="base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fr-FR"/>
              <a:t>Modifier les styles du texte du masque</a:t>
            </a:r>
          </a:p>
        </p:txBody>
      </p:sp>
      <p:sp>
        <p:nvSpPr>
          <p:cNvPr id="24" name="Espace réservé du texte 11"/>
          <p:cNvSpPr>
            <a:spLocks noGrp="1"/>
          </p:cNvSpPr>
          <p:nvPr>
            <p:ph type="body" sz="quarter" idx="21"/>
          </p:nvPr>
        </p:nvSpPr>
        <p:spPr>
          <a:xfrm>
            <a:off x="8233057" y="4263991"/>
            <a:ext cx="3062158" cy="1617045"/>
          </a:xfrm>
          <a:noFill/>
        </p:spPr>
        <p:txBody>
          <a:bodyPr/>
          <a:lstStyle>
            <a:lvl1pPr marL="0" indent="0" algn="ctr">
              <a:buNone/>
              <a:defRPr lang="fr-FR" sz="1400" kern="1200" dirty="0" smtClean="0">
                <a:solidFill>
                  <a:schemeClr val="tx1"/>
                </a:solidFill>
                <a:latin typeface="+mn-lt"/>
                <a:ea typeface="+mn-ea"/>
                <a:cs typeface="Browallia New" panose="020B0604020202020204" pitchFamily="34" charset="-34"/>
              </a:defRPr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rtl="0" fontAlgn="base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fr-FR"/>
              <a:t>Modifier les styles du texte du masque</a:t>
            </a:r>
          </a:p>
        </p:txBody>
      </p:sp>
      <p:sp>
        <p:nvSpPr>
          <p:cNvPr id="25" name="Espace réservé du contenu 5"/>
          <p:cNvSpPr>
            <a:spLocks noGrp="1"/>
          </p:cNvSpPr>
          <p:nvPr>
            <p:ph sz="quarter" idx="22"/>
          </p:nvPr>
        </p:nvSpPr>
        <p:spPr>
          <a:xfrm>
            <a:off x="982339" y="3927141"/>
            <a:ext cx="3062923" cy="330200"/>
          </a:xfrm>
        </p:spPr>
        <p:txBody>
          <a:bodyPr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26" name="Espace réservé du contenu 7"/>
          <p:cNvSpPr>
            <a:spLocks noGrp="1"/>
          </p:cNvSpPr>
          <p:nvPr>
            <p:ph sz="quarter" idx="26"/>
          </p:nvPr>
        </p:nvSpPr>
        <p:spPr>
          <a:xfrm>
            <a:off x="4604156" y="3911266"/>
            <a:ext cx="3062923" cy="346075"/>
          </a:xfrm>
        </p:spPr>
        <p:txBody>
          <a:bodyPr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27" name="Espace réservé du contenu 9"/>
          <p:cNvSpPr>
            <a:spLocks noGrp="1"/>
          </p:cNvSpPr>
          <p:nvPr>
            <p:ph sz="quarter" idx="27"/>
          </p:nvPr>
        </p:nvSpPr>
        <p:spPr>
          <a:xfrm>
            <a:off x="8233499" y="3911266"/>
            <a:ext cx="3061177" cy="346075"/>
          </a:xfrm>
        </p:spPr>
        <p:txBody>
          <a:bodyPr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28" name="Espace réservé du numéro de diapositive 2"/>
          <p:cNvSpPr>
            <a:spLocks noGrp="1"/>
          </p:cNvSpPr>
          <p:nvPr>
            <p:ph type="sldNum" sz="quarter" idx="4"/>
          </p:nvPr>
        </p:nvSpPr>
        <p:spPr>
          <a:xfrm>
            <a:off x="11248525" y="6406728"/>
            <a:ext cx="720000" cy="365125"/>
          </a:xfrm>
          <a:prstGeom prst="rect">
            <a:avLst/>
          </a:prstGeom>
        </p:spPr>
        <p:txBody>
          <a:bodyPr lIns="0" tIns="108000" rIns="0"/>
          <a:lstStyle>
            <a:lvl1pPr algn="r"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pPr>
              <a:defRPr/>
            </a:pPr>
            <a:fld id="{F4FEB08F-923E-484A-9FC5-0AA7BDA29BD6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19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511908" y="6406728"/>
            <a:ext cx="5672016" cy="365125"/>
          </a:xfrm>
          <a:prstGeom prst="rect">
            <a:avLst/>
          </a:prstGeom>
        </p:spPr>
        <p:txBody>
          <a:bodyPr tIns="108000"/>
          <a:lstStyle>
            <a:lvl1pPr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r>
              <a:rPr lang="en-US"/>
              <a:t>2025 | ©HeadMind Partners AI &amp; Blockchain | Confidentiel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404313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oom Mi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0"/>
          </p:nvPr>
        </p:nvSpPr>
        <p:spPr>
          <a:xfrm>
            <a:off x="527382" y="1307805"/>
            <a:ext cx="685468" cy="1541055"/>
          </a:xfrm>
          <a:solidFill>
            <a:schemeClr val="tx1"/>
          </a:solidFill>
        </p:spPr>
        <p:txBody>
          <a:bodyPr vert="vert270" anchor="ctr" anchorCtr="0"/>
          <a:lstStyle>
            <a:lvl1pPr marL="0" indent="0" algn="ctr">
              <a:buNone/>
              <a:defRPr sz="2000">
                <a:solidFill>
                  <a:schemeClr val="bg1"/>
                </a:solidFill>
                <a:latin typeface="+mj-lt"/>
              </a:defRPr>
            </a:lvl1pPr>
            <a:lvl2pPr marL="269875" indent="0">
              <a:buNone/>
              <a:defRPr>
                <a:latin typeface="+mj-lt"/>
              </a:defRPr>
            </a:lvl2pPr>
            <a:lvl3pPr marL="577850" indent="0">
              <a:buNone/>
              <a:defRPr>
                <a:latin typeface="+mj-lt"/>
              </a:defRPr>
            </a:lvl3pPr>
            <a:lvl4pPr marL="739775" indent="0">
              <a:buFont typeface="Arial" panose="020B0604020202020204" pitchFamily="34" charset="0"/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u texte 3"/>
          <p:cNvSpPr>
            <a:spLocks noGrp="1"/>
          </p:cNvSpPr>
          <p:nvPr>
            <p:ph type="body" sz="quarter" idx="11"/>
          </p:nvPr>
        </p:nvSpPr>
        <p:spPr>
          <a:xfrm>
            <a:off x="527382" y="2966807"/>
            <a:ext cx="685468" cy="1541055"/>
          </a:xfrm>
          <a:solidFill>
            <a:schemeClr val="accent2"/>
          </a:solidFill>
        </p:spPr>
        <p:txBody>
          <a:bodyPr vert="vert270" anchor="ctr" anchorCtr="0"/>
          <a:lstStyle>
            <a:lvl1pPr marL="0" indent="0" algn="ctr">
              <a:buNone/>
              <a:defRPr sz="2000">
                <a:solidFill>
                  <a:schemeClr val="bg1"/>
                </a:solidFill>
                <a:latin typeface="+mj-lt"/>
              </a:defRPr>
            </a:lvl1pPr>
            <a:lvl2pPr marL="269875" indent="0">
              <a:buNone/>
              <a:defRPr>
                <a:latin typeface="+mj-lt"/>
              </a:defRPr>
            </a:lvl2pPr>
            <a:lvl3pPr marL="577850" indent="0">
              <a:buNone/>
              <a:defRPr>
                <a:latin typeface="+mj-lt"/>
              </a:defRPr>
            </a:lvl3pPr>
            <a:lvl4pPr marL="739775" indent="0">
              <a:buFont typeface="Arial" panose="020B0604020202020204" pitchFamily="34" charset="0"/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527381" y="4615189"/>
            <a:ext cx="685468" cy="1541055"/>
          </a:xfrm>
          <a:solidFill>
            <a:schemeClr val="accent3"/>
          </a:solidFill>
        </p:spPr>
        <p:txBody>
          <a:bodyPr vert="vert270" anchor="ctr" anchorCtr="0"/>
          <a:lstStyle>
            <a:lvl1pPr marL="0" indent="0" algn="ctr">
              <a:buNone/>
              <a:defRPr sz="2000">
                <a:solidFill>
                  <a:schemeClr val="bg1"/>
                </a:solidFill>
                <a:latin typeface="+mj-lt"/>
              </a:defRPr>
            </a:lvl1pPr>
            <a:lvl2pPr marL="269875" indent="0">
              <a:buNone/>
              <a:defRPr>
                <a:latin typeface="+mj-lt"/>
              </a:defRPr>
            </a:lvl2pPr>
            <a:lvl3pPr marL="577850" indent="0">
              <a:buNone/>
              <a:defRPr>
                <a:latin typeface="+mj-lt"/>
              </a:defRPr>
            </a:lvl3pPr>
            <a:lvl4pPr marL="739775" indent="0">
              <a:buFont typeface="Arial" panose="020B0604020202020204" pitchFamily="34" charset="0"/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</p:txBody>
      </p:sp>
      <p:cxnSp>
        <p:nvCxnSpPr>
          <p:cNvPr id="7" name="Connecteur droit 6"/>
          <p:cNvCxnSpPr/>
          <p:nvPr userDrawn="1"/>
        </p:nvCxnSpPr>
        <p:spPr>
          <a:xfrm>
            <a:off x="527382" y="1196752"/>
            <a:ext cx="11137237" cy="0"/>
          </a:xfrm>
          <a:prstGeom prst="line">
            <a:avLst/>
          </a:prstGeom>
          <a:ln w="6350" cmpd="sng">
            <a:solidFill>
              <a:srgbClr val="27345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Espace réservé du texte 12"/>
          <p:cNvSpPr>
            <a:spLocks noGrp="1"/>
          </p:cNvSpPr>
          <p:nvPr>
            <p:ph type="body" sz="quarter" idx="13"/>
          </p:nvPr>
        </p:nvSpPr>
        <p:spPr>
          <a:xfrm>
            <a:off x="1541721" y="1307806"/>
            <a:ext cx="10123229" cy="154105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</p:txBody>
      </p:sp>
      <p:sp>
        <p:nvSpPr>
          <p:cNvPr id="14" name="Espace réservé du texte 12"/>
          <p:cNvSpPr>
            <a:spLocks noGrp="1"/>
          </p:cNvSpPr>
          <p:nvPr>
            <p:ph type="body" sz="quarter" idx="14"/>
          </p:nvPr>
        </p:nvSpPr>
        <p:spPr>
          <a:xfrm>
            <a:off x="1541390" y="2966808"/>
            <a:ext cx="10123229" cy="154105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</p:txBody>
      </p:sp>
      <p:sp>
        <p:nvSpPr>
          <p:cNvPr id="15" name="Espace réservé du texte 12"/>
          <p:cNvSpPr>
            <a:spLocks noGrp="1"/>
          </p:cNvSpPr>
          <p:nvPr>
            <p:ph type="body" sz="quarter" idx="15"/>
          </p:nvPr>
        </p:nvSpPr>
        <p:spPr>
          <a:xfrm>
            <a:off x="1541390" y="4615189"/>
            <a:ext cx="10123229" cy="154105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</p:txBody>
      </p:sp>
      <p:sp>
        <p:nvSpPr>
          <p:cNvPr id="16" name="Rectangle 15"/>
          <p:cNvSpPr/>
          <p:nvPr userDrawn="1"/>
        </p:nvSpPr>
        <p:spPr>
          <a:xfrm>
            <a:off x="541352" y="2848860"/>
            <a:ext cx="11124000" cy="10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32000" rIns="432000" rtlCol="0" anchor="ctr"/>
          <a:lstStyle/>
          <a:p>
            <a:endParaRPr lang="fr-FR">
              <a:solidFill>
                <a:schemeClr val="tx1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Triangle isocèle 21"/>
          <p:cNvSpPr/>
          <p:nvPr userDrawn="1"/>
        </p:nvSpPr>
        <p:spPr>
          <a:xfrm flipV="1">
            <a:off x="1827803" y="2832685"/>
            <a:ext cx="623677" cy="78124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/>
          <p:cNvSpPr/>
          <p:nvPr userDrawn="1"/>
        </p:nvSpPr>
        <p:spPr>
          <a:xfrm>
            <a:off x="539342" y="4508916"/>
            <a:ext cx="11124000" cy="10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32000" rIns="432000" rtlCol="0" anchor="ctr"/>
          <a:lstStyle/>
          <a:p>
            <a:endParaRPr lang="fr-FR">
              <a:solidFill>
                <a:schemeClr val="tx1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riangle isocèle 21"/>
          <p:cNvSpPr/>
          <p:nvPr userDrawn="1"/>
        </p:nvSpPr>
        <p:spPr>
          <a:xfrm flipV="1">
            <a:off x="1825793" y="4492741"/>
            <a:ext cx="623677" cy="78124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Espace réservé du numéro de diapositive 2"/>
          <p:cNvSpPr>
            <a:spLocks noGrp="1"/>
          </p:cNvSpPr>
          <p:nvPr>
            <p:ph type="sldNum" sz="quarter" idx="4"/>
          </p:nvPr>
        </p:nvSpPr>
        <p:spPr>
          <a:xfrm>
            <a:off x="11248525" y="6406728"/>
            <a:ext cx="720000" cy="365125"/>
          </a:xfrm>
          <a:prstGeom prst="rect">
            <a:avLst/>
          </a:prstGeom>
        </p:spPr>
        <p:txBody>
          <a:bodyPr lIns="0" tIns="108000" rIns="0"/>
          <a:lstStyle>
            <a:lvl1pPr algn="r"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pPr>
              <a:defRPr/>
            </a:pPr>
            <a:fld id="{F4FEB08F-923E-484A-9FC5-0AA7BDA29BD6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20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511908" y="6406728"/>
            <a:ext cx="5672016" cy="365125"/>
          </a:xfrm>
          <a:prstGeom prst="rect">
            <a:avLst/>
          </a:prstGeom>
        </p:spPr>
        <p:txBody>
          <a:bodyPr tIns="108000"/>
          <a:lstStyle>
            <a:lvl1pPr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r>
              <a:rPr lang="en-US"/>
              <a:t>2025 | ©HeadMind Partners AI &amp; Blockchain | Confidentiel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942820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Contexte-Enjeux-Objectif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1"/>
          <p:cNvSpPr>
            <a:spLocks noGrp="1"/>
          </p:cNvSpPr>
          <p:nvPr>
            <p:ph type="title"/>
          </p:nvPr>
        </p:nvSpPr>
        <p:spPr>
          <a:xfrm>
            <a:off x="517793" y="188640"/>
            <a:ext cx="11147158" cy="865186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cxnSp>
        <p:nvCxnSpPr>
          <p:cNvPr id="4" name="Connecteur droit 3"/>
          <p:cNvCxnSpPr/>
          <p:nvPr userDrawn="1"/>
        </p:nvCxnSpPr>
        <p:spPr>
          <a:xfrm>
            <a:off x="527382" y="1196752"/>
            <a:ext cx="11137237" cy="0"/>
          </a:xfrm>
          <a:prstGeom prst="line">
            <a:avLst/>
          </a:prstGeom>
          <a:ln w="6350" cmpd="sng">
            <a:solidFill>
              <a:srgbClr val="27345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space réservé du texte 6"/>
          <p:cNvSpPr>
            <a:spLocks noGrp="1"/>
          </p:cNvSpPr>
          <p:nvPr>
            <p:ph type="body" sz="quarter" idx="18"/>
          </p:nvPr>
        </p:nvSpPr>
        <p:spPr>
          <a:xfrm>
            <a:off x="527382" y="1654297"/>
            <a:ext cx="5760000" cy="3095625"/>
          </a:xfrm>
          <a:ln w="19050">
            <a:solidFill>
              <a:schemeClr val="accent5"/>
            </a:solidFill>
          </a:ln>
        </p:spPr>
        <p:txBody>
          <a:bodyPr lIns="108000" tIns="252000" rIns="108000"/>
          <a:lstStyle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>
                <a:solidFill>
                  <a:schemeClr val="tx1"/>
                </a:solidFill>
              </a:defRPr>
            </a:lvl3pPr>
            <a:lvl4pPr marL="1025525" indent="-28575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Segoe UI" panose="020B0502040204020203" pitchFamily="34" charset="0"/>
              <a:buChar char="‑"/>
              <a:defRPr>
                <a:solidFill>
                  <a:schemeClr val="tx1"/>
                </a:solidFill>
              </a:defRPr>
            </a:lvl4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</p:txBody>
      </p:sp>
      <p:sp>
        <p:nvSpPr>
          <p:cNvPr id="17" name="Espace réservé du texte 4"/>
          <p:cNvSpPr>
            <a:spLocks noGrp="1"/>
          </p:cNvSpPr>
          <p:nvPr>
            <p:ph type="body" sz="quarter" idx="16"/>
          </p:nvPr>
        </p:nvSpPr>
        <p:spPr>
          <a:xfrm>
            <a:off x="1206710" y="1496197"/>
            <a:ext cx="4714019" cy="317500"/>
          </a:xfrm>
          <a:solidFill>
            <a:schemeClr val="bg1"/>
          </a:solidFill>
        </p:spPr>
        <p:txBody>
          <a:bodyPr/>
          <a:lstStyle>
            <a:lvl1pPr marL="0" indent="0" algn="ctr">
              <a:buNone/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28" name="Espace réservé du texte 17"/>
          <p:cNvSpPr>
            <a:spLocks noGrp="1"/>
          </p:cNvSpPr>
          <p:nvPr>
            <p:ph type="body" sz="quarter" idx="21"/>
          </p:nvPr>
        </p:nvSpPr>
        <p:spPr>
          <a:xfrm>
            <a:off x="6624619" y="1654296"/>
            <a:ext cx="5040000" cy="3095625"/>
          </a:xfrm>
          <a:ln w="19050">
            <a:solidFill>
              <a:schemeClr val="accent5"/>
            </a:solidFill>
          </a:ln>
        </p:spPr>
        <p:txBody>
          <a:bodyPr lIns="108000" tIns="252000" rIns="108000"/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>
                <a:solidFill>
                  <a:schemeClr val="tx1"/>
                </a:solidFill>
              </a:defRPr>
            </a:lvl3pPr>
            <a:lvl4pPr marL="1025525" indent="-28575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Segoe UI" panose="020B0502040204020203" pitchFamily="34" charset="0"/>
              <a:buChar char="‑"/>
              <a:defRPr>
                <a:solidFill>
                  <a:schemeClr val="tx1"/>
                </a:solidFill>
              </a:defRPr>
            </a:lvl4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</p:txBody>
      </p:sp>
      <p:sp>
        <p:nvSpPr>
          <p:cNvPr id="29" name="Espace réservé du texte 4"/>
          <p:cNvSpPr>
            <a:spLocks noGrp="1"/>
          </p:cNvSpPr>
          <p:nvPr>
            <p:ph type="body" sz="quarter" idx="17"/>
          </p:nvPr>
        </p:nvSpPr>
        <p:spPr>
          <a:xfrm>
            <a:off x="6963134" y="1512020"/>
            <a:ext cx="4714019" cy="317500"/>
          </a:xfrm>
          <a:solidFill>
            <a:schemeClr val="bg1"/>
          </a:solidFill>
        </p:spPr>
        <p:txBody>
          <a:bodyPr/>
          <a:lstStyle>
            <a:lvl1pPr marL="0" indent="0" algn="ctr">
              <a:buNone/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11" name="Espace réservé du numéro de diapositive 2"/>
          <p:cNvSpPr>
            <a:spLocks noGrp="1"/>
          </p:cNvSpPr>
          <p:nvPr>
            <p:ph type="sldNum" sz="quarter" idx="4"/>
          </p:nvPr>
        </p:nvSpPr>
        <p:spPr>
          <a:xfrm>
            <a:off x="11248525" y="6406728"/>
            <a:ext cx="720000" cy="365125"/>
          </a:xfrm>
          <a:prstGeom prst="rect">
            <a:avLst/>
          </a:prstGeom>
        </p:spPr>
        <p:txBody>
          <a:bodyPr lIns="0" tIns="108000" rIns="0"/>
          <a:lstStyle>
            <a:lvl1pPr algn="r"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pPr>
              <a:defRPr/>
            </a:pPr>
            <a:fld id="{F4FEB08F-923E-484A-9FC5-0AA7BDA29BD6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13" name="Espace réservé du texte 19"/>
          <p:cNvSpPr>
            <a:spLocks noGrp="1"/>
          </p:cNvSpPr>
          <p:nvPr>
            <p:ph type="body" sz="quarter" idx="22"/>
          </p:nvPr>
        </p:nvSpPr>
        <p:spPr>
          <a:xfrm>
            <a:off x="731520" y="4972050"/>
            <a:ext cx="10933099" cy="1103313"/>
          </a:xfrm>
          <a:prstGeom prst="roundRect">
            <a:avLst>
              <a:gd name="adj" fmla="val 23335"/>
            </a:avLst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2868613" indent="-285750">
              <a:buFont typeface="Wingdings" panose="05000000000000000000" pitchFamily="2" charset="2"/>
              <a:buChar char="ü"/>
              <a:defRPr/>
            </a:lvl1pPr>
          </a:lstStyle>
          <a:p>
            <a:pPr lvl="0"/>
            <a:r>
              <a:rPr lang="fr-FR"/>
              <a:t>Modifier les styles du texte du masque</a:t>
            </a:r>
          </a:p>
        </p:txBody>
      </p:sp>
      <p:pic>
        <p:nvPicPr>
          <p:cNvPr id="14" name="Image 13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8406" y="5006245"/>
            <a:ext cx="952217" cy="1027374"/>
          </a:xfrm>
          <a:prstGeom prst="rect">
            <a:avLst/>
          </a:prstGeom>
        </p:spPr>
      </p:pic>
      <p:sp>
        <p:nvSpPr>
          <p:cNvPr id="15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511908" y="6406728"/>
            <a:ext cx="5672016" cy="365125"/>
          </a:xfrm>
          <a:prstGeom prst="rect">
            <a:avLst/>
          </a:prstGeom>
        </p:spPr>
        <p:txBody>
          <a:bodyPr tIns="108000"/>
          <a:lstStyle>
            <a:lvl1pPr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r>
              <a:rPr lang="en-US"/>
              <a:t>2025 | ©HeadMind Partners AI &amp; Blockchain | Confidentiel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2560471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Gouvernance Mi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21" name="Espace réservé du texte 20"/>
          <p:cNvSpPr>
            <a:spLocks noGrp="1"/>
          </p:cNvSpPr>
          <p:nvPr>
            <p:ph type="body" sz="quarter" idx="10"/>
          </p:nvPr>
        </p:nvSpPr>
        <p:spPr>
          <a:xfrm>
            <a:off x="2409552" y="1342359"/>
            <a:ext cx="4070770" cy="538163"/>
          </a:xfrm>
        </p:spPr>
        <p:txBody>
          <a:bodyPr/>
          <a:lstStyle>
            <a:lvl1pPr marL="0" indent="0" algn="ctr">
              <a:buNone/>
              <a:defRPr sz="18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23" name="Espace réservé du texte 22"/>
          <p:cNvSpPr>
            <a:spLocks noGrp="1"/>
          </p:cNvSpPr>
          <p:nvPr>
            <p:ph type="body" sz="quarter" idx="11"/>
          </p:nvPr>
        </p:nvSpPr>
        <p:spPr>
          <a:xfrm>
            <a:off x="7199059" y="1342359"/>
            <a:ext cx="4477385" cy="538163"/>
          </a:xfrm>
        </p:spPr>
        <p:txBody>
          <a:bodyPr/>
          <a:lstStyle>
            <a:lvl1pPr marL="0" indent="0" algn="ctr">
              <a:buNone/>
              <a:defRPr sz="18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2"/>
          </p:nvPr>
        </p:nvSpPr>
        <p:spPr>
          <a:xfrm>
            <a:off x="2409317" y="2158521"/>
            <a:ext cx="4070350" cy="542925"/>
          </a:xfrm>
        </p:spPr>
        <p:txBody>
          <a:bodyPr anchor="ctr"/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27" name="Espace réservé du texte 26"/>
          <p:cNvSpPr>
            <a:spLocks noGrp="1"/>
          </p:cNvSpPr>
          <p:nvPr>
            <p:ph type="body" sz="quarter" idx="13"/>
          </p:nvPr>
        </p:nvSpPr>
        <p:spPr>
          <a:xfrm>
            <a:off x="7199059" y="2133121"/>
            <a:ext cx="4477385" cy="627062"/>
          </a:xfrm>
        </p:spPr>
        <p:txBody>
          <a:bodyPr anchor="ctr"/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269875" indent="0">
              <a:buNone/>
              <a:defRPr/>
            </a:lvl2pPr>
            <a:lvl3pPr marL="577850" indent="0">
              <a:buNone/>
              <a:defRPr/>
            </a:lvl3pPr>
            <a:lvl4pPr marL="739775" indent="0">
              <a:buFont typeface="Arial" panose="020B0604020202020204" pitchFamily="34" charset="0"/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29" name="Espace réservé du texte 28"/>
          <p:cNvSpPr>
            <a:spLocks noGrp="1"/>
          </p:cNvSpPr>
          <p:nvPr>
            <p:ph type="body" sz="quarter" idx="14"/>
          </p:nvPr>
        </p:nvSpPr>
        <p:spPr>
          <a:xfrm>
            <a:off x="2409317" y="3172682"/>
            <a:ext cx="4070350" cy="871379"/>
          </a:xfrm>
        </p:spPr>
        <p:txBody>
          <a:bodyPr anchor="ctr"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269875" indent="0">
              <a:buNone/>
              <a:defRPr/>
            </a:lvl2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31" name="Espace réservé du texte 30"/>
          <p:cNvSpPr>
            <a:spLocks noGrp="1"/>
          </p:cNvSpPr>
          <p:nvPr>
            <p:ph type="body" sz="quarter" idx="15"/>
          </p:nvPr>
        </p:nvSpPr>
        <p:spPr>
          <a:xfrm>
            <a:off x="7199376" y="3172682"/>
            <a:ext cx="4476750" cy="871379"/>
          </a:xfrm>
        </p:spPr>
        <p:txBody>
          <a:bodyPr anchor="ctr"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269875" indent="0">
              <a:buNone/>
              <a:defRPr/>
            </a:lvl2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33" name="Espace réservé du texte 32"/>
          <p:cNvSpPr>
            <a:spLocks noGrp="1"/>
          </p:cNvSpPr>
          <p:nvPr>
            <p:ph type="body" sz="quarter" idx="16" hasCustomPrompt="1"/>
          </p:nvPr>
        </p:nvSpPr>
        <p:spPr>
          <a:xfrm>
            <a:off x="2409317" y="4486942"/>
            <a:ext cx="4070350" cy="1340257"/>
          </a:xfrm>
        </p:spPr>
        <p:txBody>
          <a:bodyPr anchor="ctr"/>
          <a:lstStyle>
            <a:lvl1pPr>
              <a:spcAft>
                <a:spcPts val="300"/>
              </a:spcAft>
              <a:defRPr sz="1600">
                <a:solidFill>
                  <a:schemeClr val="tx1"/>
                </a:solidFill>
              </a:defRPr>
            </a:lvl1pPr>
            <a:lvl2pPr>
              <a:spcAft>
                <a:spcPts val="0"/>
              </a:spcAft>
              <a:defRPr/>
            </a:lvl2pPr>
          </a:lstStyle>
          <a:p>
            <a:pPr lvl="0"/>
            <a:r>
              <a:rPr lang="fr-FR" dirty="0"/>
              <a:t>Deuxième niveau</a:t>
            </a:r>
          </a:p>
        </p:txBody>
      </p:sp>
      <p:sp>
        <p:nvSpPr>
          <p:cNvPr id="35" name="Espace réservé du texte 34"/>
          <p:cNvSpPr>
            <a:spLocks noGrp="1"/>
          </p:cNvSpPr>
          <p:nvPr>
            <p:ph type="body" sz="quarter" idx="17" hasCustomPrompt="1"/>
          </p:nvPr>
        </p:nvSpPr>
        <p:spPr>
          <a:xfrm>
            <a:off x="7199376" y="4486942"/>
            <a:ext cx="4476750" cy="1340257"/>
          </a:xfrm>
        </p:spPr>
        <p:txBody>
          <a:bodyPr anchor="ctr"/>
          <a:lstStyle>
            <a:lvl1pPr>
              <a:spcAft>
                <a:spcPts val="300"/>
              </a:spcAft>
              <a:defRPr sz="1600">
                <a:solidFill>
                  <a:schemeClr val="tx1"/>
                </a:solidFill>
              </a:defRPr>
            </a:lvl1pPr>
            <a:lvl2pPr>
              <a:spcAft>
                <a:spcPts val="0"/>
              </a:spcAft>
              <a:defRPr/>
            </a:lvl2pPr>
          </a:lstStyle>
          <a:p>
            <a:pPr lvl="0"/>
            <a:r>
              <a:rPr lang="fr-FR" dirty="0"/>
              <a:t>Deuxième niveau</a:t>
            </a:r>
          </a:p>
        </p:txBody>
      </p:sp>
      <p:cxnSp>
        <p:nvCxnSpPr>
          <p:cNvPr id="36" name="Connecteur droit 35"/>
          <p:cNvCxnSpPr/>
          <p:nvPr userDrawn="1"/>
        </p:nvCxnSpPr>
        <p:spPr>
          <a:xfrm>
            <a:off x="527382" y="1196752"/>
            <a:ext cx="11137237" cy="0"/>
          </a:xfrm>
          <a:prstGeom prst="line">
            <a:avLst/>
          </a:prstGeom>
          <a:ln w="6350" cmpd="sng">
            <a:solidFill>
              <a:srgbClr val="27345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Espace réservé du numéro de diapositive 2"/>
          <p:cNvSpPr>
            <a:spLocks noGrp="1"/>
          </p:cNvSpPr>
          <p:nvPr>
            <p:ph type="sldNum" sz="quarter" idx="4"/>
          </p:nvPr>
        </p:nvSpPr>
        <p:spPr>
          <a:xfrm>
            <a:off x="11248525" y="6406728"/>
            <a:ext cx="720000" cy="365125"/>
          </a:xfrm>
          <a:prstGeom prst="rect">
            <a:avLst/>
          </a:prstGeom>
        </p:spPr>
        <p:txBody>
          <a:bodyPr lIns="0" tIns="108000" rIns="0"/>
          <a:lstStyle>
            <a:lvl1pPr algn="r"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pPr>
              <a:defRPr/>
            </a:pPr>
            <a:fld id="{F4FEB08F-923E-484A-9FC5-0AA7BDA29BD6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pic>
        <p:nvPicPr>
          <p:cNvPr id="19" name="Image 18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952" y="3287240"/>
            <a:ext cx="720000" cy="688210"/>
          </a:xfrm>
          <a:prstGeom prst="rect">
            <a:avLst/>
          </a:prstGeom>
        </p:spPr>
      </p:pic>
      <p:pic>
        <p:nvPicPr>
          <p:cNvPr id="28" name="Image 27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952" y="2112157"/>
            <a:ext cx="720000" cy="668990"/>
          </a:xfrm>
          <a:prstGeom prst="rect">
            <a:avLst/>
          </a:prstGeom>
        </p:spPr>
      </p:pic>
      <p:pic>
        <p:nvPicPr>
          <p:cNvPr id="30" name="Image 29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952" y="4829445"/>
            <a:ext cx="720000" cy="628738"/>
          </a:xfrm>
          <a:prstGeom prst="rect">
            <a:avLst/>
          </a:prstGeom>
        </p:spPr>
      </p:pic>
      <p:sp>
        <p:nvSpPr>
          <p:cNvPr id="17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511908" y="6406728"/>
            <a:ext cx="5672016" cy="365125"/>
          </a:xfrm>
          <a:prstGeom prst="rect">
            <a:avLst/>
          </a:prstGeom>
        </p:spPr>
        <p:txBody>
          <a:bodyPr tIns="108000"/>
          <a:lstStyle>
            <a:lvl1pPr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r>
              <a:rPr lang="en-US"/>
              <a:t>2025 | ©HeadMind Partners AI &amp; Blockchain | Confidentiel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577009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C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253951" y="135475"/>
            <a:ext cx="9404707" cy="497160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5" name="Rectangle 4"/>
          <p:cNvSpPr/>
          <p:nvPr userDrawn="1"/>
        </p:nvSpPr>
        <p:spPr>
          <a:xfrm>
            <a:off x="511908" y="1410491"/>
            <a:ext cx="3346860" cy="288000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fr-FR" sz="1200" b="1" dirty="0">
                <a:solidFill>
                  <a:schemeClr val="bg1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COMPETENCES</a:t>
            </a:r>
            <a:endParaRPr lang="fr-FR" sz="1000" b="1" dirty="0">
              <a:solidFill>
                <a:schemeClr val="bg1"/>
              </a:solidFill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</p:txBody>
      </p:sp>
      <p:sp>
        <p:nvSpPr>
          <p:cNvPr id="6" name="Rectangle 5"/>
          <p:cNvSpPr/>
          <p:nvPr userDrawn="1"/>
        </p:nvSpPr>
        <p:spPr>
          <a:xfrm>
            <a:off x="4126272" y="2966004"/>
            <a:ext cx="7525047" cy="288000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fr-FR" sz="1200" b="1" dirty="0">
                <a:solidFill>
                  <a:schemeClr val="bg1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EXPERIENCES - Extraits</a:t>
            </a:r>
            <a:endParaRPr lang="fr-FR" sz="1000" b="1" dirty="0">
              <a:solidFill>
                <a:schemeClr val="bg1"/>
              </a:solidFill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</p:txBody>
      </p:sp>
      <p:sp>
        <p:nvSpPr>
          <p:cNvPr id="8" name="Rectangle 7"/>
          <p:cNvSpPr/>
          <p:nvPr userDrawn="1"/>
        </p:nvSpPr>
        <p:spPr>
          <a:xfrm>
            <a:off x="4133088" y="1410491"/>
            <a:ext cx="7525047" cy="288000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fr-FR" sz="1200" b="1" dirty="0">
                <a:solidFill>
                  <a:schemeClr val="bg1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EN BREF</a:t>
            </a:r>
            <a:endParaRPr lang="fr-FR" sz="1000" b="1" dirty="0">
              <a:solidFill>
                <a:schemeClr val="bg1"/>
              </a:solidFill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</p:txBody>
      </p:sp>
      <p:sp>
        <p:nvSpPr>
          <p:cNvPr id="13" name="Espace réservé du texte 12"/>
          <p:cNvSpPr>
            <a:spLocks noGrp="1"/>
          </p:cNvSpPr>
          <p:nvPr>
            <p:ph type="body" sz="quarter" idx="10"/>
          </p:nvPr>
        </p:nvSpPr>
        <p:spPr>
          <a:xfrm>
            <a:off x="2254102" y="632635"/>
            <a:ext cx="9404033" cy="476338"/>
          </a:xfrm>
        </p:spPr>
        <p:txBody>
          <a:bodyPr/>
          <a:lstStyle>
            <a:lvl1pPr marL="285750" indent="-285750">
              <a:buFont typeface="Wingdings" panose="05000000000000000000" pitchFamily="2" charset="2"/>
              <a:buChar char="ü"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15" name="Espace réservé pour une image  14"/>
          <p:cNvSpPr>
            <a:spLocks noGrp="1"/>
          </p:cNvSpPr>
          <p:nvPr>
            <p:ph type="pic" sz="quarter" idx="11"/>
          </p:nvPr>
        </p:nvSpPr>
        <p:spPr>
          <a:xfrm>
            <a:off x="844486" y="142805"/>
            <a:ext cx="993939" cy="972928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17" name="Espace réservé du texte 16"/>
          <p:cNvSpPr>
            <a:spLocks noGrp="1"/>
          </p:cNvSpPr>
          <p:nvPr>
            <p:ph type="body" sz="quarter" idx="12"/>
          </p:nvPr>
        </p:nvSpPr>
        <p:spPr>
          <a:xfrm>
            <a:off x="511175" y="1786270"/>
            <a:ext cx="3348038" cy="4358943"/>
          </a:xfrm>
          <a:solidFill>
            <a:schemeClr val="bg2"/>
          </a:solidFill>
        </p:spPr>
        <p:txBody>
          <a:bodyPr/>
          <a:lstStyle>
            <a:lvl1pPr marL="285750" indent="-285750">
              <a:buFont typeface="Wingdings" panose="05000000000000000000" pitchFamily="2" charset="2"/>
              <a:buChar char="§"/>
              <a:defRPr sz="1200">
                <a:solidFill>
                  <a:schemeClr val="tx1"/>
                </a:solidFill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19" name="Espace réservé du texte 18"/>
          <p:cNvSpPr>
            <a:spLocks noGrp="1"/>
          </p:cNvSpPr>
          <p:nvPr>
            <p:ph type="body" sz="quarter" idx="13"/>
          </p:nvPr>
        </p:nvSpPr>
        <p:spPr>
          <a:xfrm>
            <a:off x="4133850" y="1786270"/>
            <a:ext cx="7515225" cy="1020249"/>
          </a:xfrm>
        </p:spPr>
        <p:txBody>
          <a:bodyPr/>
          <a:lstStyle>
            <a:lvl1pPr marL="285750" indent="-285750">
              <a:buFont typeface="Wingdings" panose="05000000000000000000" pitchFamily="2" charset="2"/>
              <a:buChar char="§"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21" name="Espace réservé du texte 20"/>
          <p:cNvSpPr>
            <a:spLocks noGrp="1"/>
          </p:cNvSpPr>
          <p:nvPr>
            <p:ph type="body" sz="quarter" idx="14"/>
          </p:nvPr>
        </p:nvSpPr>
        <p:spPr>
          <a:xfrm>
            <a:off x="4126272" y="3338623"/>
            <a:ext cx="7532328" cy="2806590"/>
          </a:xfrm>
          <a:solidFill>
            <a:schemeClr val="bg2"/>
          </a:solidFill>
        </p:spPr>
        <p:txBody>
          <a:bodyPr/>
          <a:lstStyle>
            <a:lvl1pPr marL="285750" indent="-285750">
              <a:buFont typeface="Wingdings" panose="05000000000000000000" pitchFamily="2" charset="2"/>
              <a:buChar char="§"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fr-FR"/>
              <a:t>Modifier les styles du texte du masque</a:t>
            </a:r>
          </a:p>
        </p:txBody>
      </p:sp>
      <p:cxnSp>
        <p:nvCxnSpPr>
          <p:cNvPr id="22" name="Connecteur droit 21"/>
          <p:cNvCxnSpPr/>
          <p:nvPr userDrawn="1"/>
        </p:nvCxnSpPr>
        <p:spPr>
          <a:xfrm>
            <a:off x="527382" y="1196752"/>
            <a:ext cx="11137237" cy="0"/>
          </a:xfrm>
          <a:prstGeom prst="line">
            <a:avLst/>
          </a:prstGeom>
          <a:ln w="6350" cmpd="sng">
            <a:solidFill>
              <a:srgbClr val="27345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Espace réservé du numéro de diapositive 2"/>
          <p:cNvSpPr>
            <a:spLocks noGrp="1"/>
          </p:cNvSpPr>
          <p:nvPr>
            <p:ph type="sldNum" sz="quarter" idx="4"/>
          </p:nvPr>
        </p:nvSpPr>
        <p:spPr>
          <a:xfrm>
            <a:off x="11248525" y="6406728"/>
            <a:ext cx="720000" cy="365125"/>
          </a:xfrm>
          <a:prstGeom prst="rect">
            <a:avLst/>
          </a:prstGeom>
        </p:spPr>
        <p:txBody>
          <a:bodyPr lIns="0" tIns="108000" rIns="0"/>
          <a:lstStyle>
            <a:lvl1pPr algn="r"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pPr>
              <a:defRPr/>
            </a:pPr>
            <a:fld id="{F4FEB08F-923E-484A-9FC5-0AA7BDA29BD6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18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511908" y="6406728"/>
            <a:ext cx="5672016" cy="365125"/>
          </a:xfrm>
          <a:prstGeom prst="rect">
            <a:avLst/>
          </a:prstGeom>
        </p:spPr>
        <p:txBody>
          <a:bodyPr tIns="108000"/>
          <a:lstStyle>
            <a:lvl1pPr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r>
              <a:rPr lang="en-US"/>
              <a:t>2025 | ©HeadMind Partners AI &amp; Blockchain | Confidentiel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2708421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s atouts Beijaflo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31" name="Espace réservé du texte 30"/>
          <p:cNvSpPr>
            <a:spLocks noGrp="1"/>
          </p:cNvSpPr>
          <p:nvPr>
            <p:ph type="body" sz="quarter" idx="10"/>
          </p:nvPr>
        </p:nvSpPr>
        <p:spPr>
          <a:xfrm>
            <a:off x="2640413" y="1460808"/>
            <a:ext cx="9024538" cy="684212"/>
          </a:xfrm>
        </p:spPr>
        <p:txBody>
          <a:bodyPr anchor="ctr"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33" name="Espace réservé du texte 32"/>
          <p:cNvSpPr>
            <a:spLocks noGrp="1"/>
          </p:cNvSpPr>
          <p:nvPr>
            <p:ph type="body" sz="quarter" idx="11"/>
          </p:nvPr>
        </p:nvSpPr>
        <p:spPr>
          <a:xfrm>
            <a:off x="2640013" y="2435342"/>
            <a:ext cx="9024937" cy="720725"/>
          </a:xfrm>
        </p:spPr>
        <p:txBody>
          <a:bodyPr anchor="ctr"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269875" indent="0">
              <a:buNone/>
              <a:defRPr/>
            </a:lvl2pPr>
            <a:lvl3pPr marL="577850" indent="0">
              <a:buNone/>
              <a:defRPr/>
            </a:lvl3pPr>
            <a:lvl4pPr marL="739775" indent="0">
              <a:buFont typeface="Arial" panose="020B0604020202020204" pitchFamily="34" charset="0"/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34" name="Espace réservé du texte 32"/>
          <p:cNvSpPr>
            <a:spLocks noGrp="1"/>
          </p:cNvSpPr>
          <p:nvPr>
            <p:ph type="body" sz="quarter" idx="12"/>
          </p:nvPr>
        </p:nvSpPr>
        <p:spPr>
          <a:xfrm>
            <a:off x="2634238" y="3400974"/>
            <a:ext cx="9024937" cy="720725"/>
          </a:xfrm>
        </p:spPr>
        <p:txBody>
          <a:bodyPr anchor="ctr"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269875" indent="0">
              <a:buNone/>
              <a:defRPr/>
            </a:lvl2pPr>
            <a:lvl3pPr marL="577850" indent="0">
              <a:buNone/>
              <a:defRPr/>
            </a:lvl3pPr>
            <a:lvl4pPr marL="739775" indent="0">
              <a:buFont typeface="Arial" panose="020B0604020202020204" pitchFamily="34" charset="0"/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35" name="Espace réservé du texte 32"/>
          <p:cNvSpPr>
            <a:spLocks noGrp="1"/>
          </p:cNvSpPr>
          <p:nvPr>
            <p:ph type="body" sz="quarter" idx="13"/>
          </p:nvPr>
        </p:nvSpPr>
        <p:spPr>
          <a:xfrm>
            <a:off x="2673403" y="4345134"/>
            <a:ext cx="9024937" cy="720725"/>
          </a:xfrm>
        </p:spPr>
        <p:txBody>
          <a:bodyPr anchor="ctr"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269875" indent="0">
              <a:buNone/>
              <a:defRPr/>
            </a:lvl2pPr>
            <a:lvl3pPr marL="577850" indent="0">
              <a:buNone/>
              <a:defRPr/>
            </a:lvl3pPr>
            <a:lvl4pPr marL="739775" indent="0">
              <a:buFont typeface="Arial" panose="020B0604020202020204" pitchFamily="34" charset="0"/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36" name="Espace réservé du texte 32"/>
          <p:cNvSpPr>
            <a:spLocks noGrp="1"/>
          </p:cNvSpPr>
          <p:nvPr>
            <p:ph type="body" sz="quarter" idx="14"/>
          </p:nvPr>
        </p:nvSpPr>
        <p:spPr>
          <a:xfrm>
            <a:off x="2673403" y="5345662"/>
            <a:ext cx="9024937" cy="720725"/>
          </a:xfrm>
        </p:spPr>
        <p:txBody>
          <a:bodyPr anchor="ctr"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269875" indent="0">
              <a:buNone/>
              <a:defRPr/>
            </a:lvl2pPr>
            <a:lvl3pPr marL="577850" indent="0">
              <a:buNone/>
              <a:defRPr/>
            </a:lvl3pPr>
            <a:lvl4pPr marL="739775" indent="0">
              <a:buFont typeface="Arial" panose="020B0604020202020204" pitchFamily="34" charset="0"/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fr-FR"/>
              <a:t>Modifier les styles du texte du masque</a:t>
            </a:r>
          </a:p>
        </p:txBody>
      </p:sp>
      <p:cxnSp>
        <p:nvCxnSpPr>
          <p:cNvPr id="43" name="Connecteur droit 42"/>
          <p:cNvCxnSpPr/>
          <p:nvPr userDrawn="1"/>
        </p:nvCxnSpPr>
        <p:spPr>
          <a:xfrm>
            <a:off x="527382" y="1196752"/>
            <a:ext cx="11137237" cy="0"/>
          </a:xfrm>
          <a:prstGeom prst="line">
            <a:avLst/>
          </a:prstGeom>
          <a:ln w="6350" cmpd="sng">
            <a:solidFill>
              <a:srgbClr val="27345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Espace réservé du numéro de diapositive 2"/>
          <p:cNvSpPr>
            <a:spLocks noGrp="1"/>
          </p:cNvSpPr>
          <p:nvPr>
            <p:ph type="sldNum" sz="quarter" idx="4"/>
          </p:nvPr>
        </p:nvSpPr>
        <p:spPr>
          <a:xfrm>
            <a:off x="11248525" y="6406728"/>
            <a:ext cx="720000" cy="365125"/>
          </a:xfrm>
          <a:prstGeom prst="rect">
            <a:avLst/>
          </a:prstGeom>
        </p:spPr>
        <p:txBody>
          <a:bodyPr lIns="0" tIns="108000" rIns="0"/>
          <a:lstStyle>
            <a:lvl1pPr algn="r"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pPr>
              <a:defRPr/>
            </a:pPr>
            <a:fld id="{F4FEB08F-923E-484A-9FC5-0AA7BDA29BD6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cxnSp>
        <p:nvCxnSpPr>
          <p:cNvPr id="46" name="Connecteur droit 45"/>
          <p:cNvCxnSpPr/>
          <p:nvPr userDrawn="1"/>
        </p:nvCxnSpPr>
        <p:spPr>
          <a:xfrm>
            <a:off x="1374588" y="1802914"/>
            <a:ext cx="1047273" cy="0"/>
          </a:xfrm>
          <a:prstGeom prst="line">
            <a:avLst/>
          </a:prstGeom>
          <a:ln w="12700">
            <a:solidFill>
              <a:schemeClr val="accent3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46"/>
          <p:cNvCxnSpPr/>
          <p:nvPr userDrawn="1"/>
        </p:nvCxnSpPr>
        <p:spPr>
          <a:xfrm>
            <a:off x="1366132" y="2795704"/>
            <a:ext cx="1047273" cy="0"/>
          </a:xfrm>
          <a:prstGeom prst="line">
            <a:avLst/>
          </a:prstGeom>
          <a:ln w="12700">
            <a:solidFill>
              <a:schemeClr val="accent3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47"/>
          <p:cNvCxnSpPr/>
          <p:nvPr userDrawn="1"/>
        </p:nvCxnSpPr>
        <p:spPr>
          <a:xfrm>
            <a:off x="1365278" y="3761336"/>
            <a:ext cx="1047273" cy="0"/>
          </a:xfrm>
          <a:prstGeom prst="line">
            <a:avLst/>
          </a:prstGeom>
          <a:ln w="12700">
            <a:solidFill>
              <a:schemeClr val="accent3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eur droit 48"/>
          <p:cNvCxnSpPr/>
          <p:nvPr userDrawn="1"/>
        </p:nvCxnSpPr>
        <p:spPr>
          <a:xfrm>
            <a:off x="1345589" y="5706024"/>
            <a:ext cx="1047273" cy="0"/>
          </a:xfrm>
          <a:prstGeom prst="line">
            <a:avLst/>
          </a:prstGeom>
          <a:ln w="12700">
            <a:solidFill>
              <a:schemeClr val="accent3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eur droit 49"/>
          <p:cNvCxnSpPr/>
          <p:nvPr userDrawn="1"/>
        </p:nvCxnSpPr>
        <p:spPr>
          <a:xfrm>
            <a:off x="1366133" y="4725497"/>
            <a:ext cx="1047273" cy="0"/>
          </a:xfrm>
          <a:prstGeom prst="line">
            <a:avLst/>
          </a:prstGeom>
          <a:ln w="12700">
            <a:solidFill>
              <a:schemeClr val="accent3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1" name="Image 50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396" y="3429902"/>
            <a:ext cx="576000" cy="633856"/>
          </a:xfrm>
          <a:prstGeom prst="rect">
            <a:avLst/>
          </a:prstGeom>
        </p:spPr>
      </p:pic>
      <p:pic>
        <p:nvPicPr>
          <p:cNvPr id="52" name="Image 51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396" y="1506190"/>
            <a:ext cx="576000" cy="635341"/>
          </a:xfrm>
          <a:prstGeom prst="rect">
            <a:avLst/>
          </a:prstGeom>
        </p:spPr>
      </p:pic>
      <p:pic>
        <p:nvPicPr>
          <p:cNvPr id="53" name="Image 52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396" y="2514657"/>
            <a:ext cx="576000" cy="562094"/>
          </a:xfrm>
          <a:prstGeom prst="rect">
            <a:avLst/>
          </a:prstGeom>
        </p:spPr>
      </p:pic>
      <p:pic>
        <p:nvPicPr>
          <p:cNvPr id="54" name="Image 53"/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396" y="4564107"/>
            <a:ext cx="576000" cy="400708"/>
          </a:xfrm>
          <a:prstGeom prst="rect">
            <a:avLst/>
          </a:prstGeom>
        </p:spPr>
      </p:pic>
      <p:pic>
        <p:nvPicPr>
          <p:cNvPr id="55" name="Image 54"/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396" y="5428107"/>
            <a:ext cx="576000" cy="515328"/>
          </a:xfrm>
          <a:prstGeom prst="rect">
            <a:avLst/>
          </a:prstGeom>
        </p:spPr>
      </p:pic>
      <p:sp>
        <p:nvSpPr>
          <p:cNvPr id="21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511908" y="6406728"/>
            <a:ext cx="5672016" cy="365125"/>
          </a:xfrm>
          <a:prstGeom prst="rect">
            <a:avLst/>
          </a:prstGeom>
        </p:spPr>
        <p:txBody>
          <a:bodyPr tIns="108000"/>
          <a:lstStyle>
            <a:lvl1pPr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r>
              <a:rPr lang="en-US"/>
              <a:t>2025 | ©HeadMind Partners AI &amp; Blockchain | Confidentiel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1812529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émarch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cxnSp>
        <p:nvCxnSpPr>
          <p:cNvPr id="3" name="Connecteur droit 2"/>
          <p:cNvCxnSpPr/>
          <p:nvPr userDrawn="1"/>
        </p:nvCxnSpPr>
        <p:spPr>
          <a:xfrm>
            <a:off x="527382" y="1196752"/>
            <a:ext cx="11137237" cy="0"/>
          </a:xfrm>
          <a:prstGeom prst="line">
            <a:avLst/>
          </a:prstGeom>
          <a:ln w="6350" cmpd="sng">
            <a:solidFill>
              <a:srgbClr val="27345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Espace réservé du graphique SmartArt 5"/>
          <p:cNvSpPr>
            <a:spLocks noGrp="1"/>
          </p:cNvSpPr>
          <p:nvPr>
            <p:ph type="dgm" sz="quarter" idx="10"/>
          </p:nvPr>
        </p:nvSpPr>
        <p:spPr>
          <a:xfrm>
            <a:off x="511910" y="1426909"/>
            <a:ext cx="11152708" cy="1106487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Cliquez sur l'icône pour ajouter un graphique SmartArt</a:t>
            </a:r>
            <a:endParaRPr lang="fr-FR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1"/>
          </p:nvPr>
        </p:nvSpPr>
        <p:spPr>
          <a:xfrm>
            <a:off x="527050" y="2825496"/>
            <a:ext cx="11137900" cy="2990850"/>
          </a:xfrm>
          <a:ln w="19050">
            <a:solidFill>
              <a:schemeClr val="accent5"/>
            </a:solidFill>
          </a:ln>
        </p:spPr>
        <p:txBody>
          <a:bodyPr tIns="21600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/>
          </p:nvPr>
        </p:nvSpPr>
        <p:spPr>
          <a:xfrm>
            <a:off x="3882031" y="2574671"/>
            <a:ext cx="4427938" cy="501650"/>
          </a:xfr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10" name="Espace réservé du numéro de diapositive 2"/>
          <p:cNvSpPr>
            <a:spLocks noGrp="1"/>
          </p:cNvSpPr>
          <p:nvPr>
            <p:ph type="sldNum" sz="quarter" idx="4"/>
          </p:nvPr>
        </p:nvSpPr>
        <p:spPr>
          <a:xfrm>
            <a:off x="11248525" y="6406728"/>
            <a:ext cx="720000" cy="365125"/>
          </a:xfrm>
          <a:prstGeom prst="rect">
            <a:avLst/>
          </a:prstGeom>
        </p:spPr>
        <p:txBody>
          <a:bodyPr lIns="0" tIns="108000" rIns="0"/>
          <a:lstStyle>
            <a:lvl1pPr algn="r"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pPr>
              <a:defRPr/>
            </a:pPr>
            <a:fld id="{F4FEB08F-923E-484A-9FC5-0AA7BDA29BD6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11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511908" y="6406728"/>
            <a:ext cx="5672016" cy="365125"/>
          </a:xfrm>
          <a:prstGeom prst="rect">
            <a:avLst/>
          </a:prstGeom>
        </p:spPr>
        <p:txBody>
          <a:bodyPr tIns="108000"/>
          <a:lstStyle>
            <a:lvl1pPr>
              <a:defRPr sz="1200">
                <a:solidFill>
                  <a:schemeClr val="bg1"/>
                </a:solidFill>
                <a:latin typeface="+mn-lt"/>
                <a:cs typeface="Browallia New" panose="020B0604020202020204" pitchFamily="34" charset="-34"/>
              </a:defRPr>
            </a:lvl1pPr>
          </a:lstStyle>
          <a:p>
            <a:r>
              <a:rPr lang="en-US"/>
              <a:t>2025 | ©HeadMind Partners AI &amp; Blockchain | Confidentiel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9207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/>
          <p:cNvPicPr>
            <a:picLocks noChangeAspect="1"/>
          </p:cNvPicPr>
          <p:nvPr userDrawn="1"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204372"/>
            <a:ext cx="12192000" cy="653628"/>
          </a:xfrm>
          <a:prstGeom prst="rect">
            <a:avLst/>
          </a:prstGeom>
        </p:spPr>
      </p:pic>
      <p:sp>
        <p:nvSpPr>
          <p:cNvPr id="2050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511910" y="188640"/>
            <a:ext cx="11153041" cy="8651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36000" rIns="91440" bIns="3600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/>
              <a:t>Cliquez pour modifier le style du titre</a:t>
            </a:r>
          </a:p>
        </p:txBody>
      </p:sp>
      <p:sp>
        <p:nvSpPr>
          <p:cNvPr id="2051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511910" y="1563978"/>
            <a:ext cx="11153041" cy="44507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285750" lvl="0" indent="-285750" algn="l" rtl="0" fontAlgn="base">
              <a:spcBef>
                <a:spcPct val="20000"/>
              </a:spcBef>
              <a:spcAft>
                <a:spcPct val="0"/>
              </a:spcAft>
            </a:pPr>
            <a:r>
              <a:rPr lang="fr-FR" dirty="0"/>
              <a:t>Cliquez pour modifier les styles du texte du masque</a:t>
            </a:r>
          </a:p>
          <a:p>
            <a:pPr marL="444500" lvl="1" indent="-174625" algn="l" rtl="0" fontAlgn="base">
              <a:spcBef>
                <a:spcPct val="20000"/>
              </a:spcBef>
              <a:spcAft>
                <a:spcPct val="0"/>
              </a:spcAft>
              <a:buFont typeface="Browallia New" panose="020B0604020202020204" pitchFamily="34" charset="-34"/>
              <a:buChar char="›"/>
            </a:pPr>
            <a:r>
              <a:rPr lang="fr-FR" dirty="0"/>
              <a:t>Deuxième niveau</a:t>
            </a:r>
          </a:p>
          <a:p>
            <a:pPr marL="806450" lvl="2" indent="-228600" algn="l" rtl="0" fontAlgn="base">
              <a:spcBef>
                <a:spcPct val="20000"/>
              </a:spcBef>
              <a:spcAft>
                <a:spcPct val="0"/>
              </a:spcAft>
              <a:buFont typeface="Calibri" panose="020F0502020204030204" pitchFamily="34" charset="0"/>
              <a:buChar char="»"/>
            </a:pPr>
            <a:r>
              <a:rPr lang="fr-FR" dirty="0"/>
              <a:t>Troisième niveau</a:t>
            </a:r>
          </a:p>
          <a:p>
            <a:pPr marL="981075" lvl="3" indent="-241300" algn="l" rtl="0" fontAlgn="base">
              <a:spcBef>
                <a:spcPct val="20000"/>
              </a:spcBef>
              <a:spcAft>
                <a:spcPct val="0"/>
              </a:spcAft>
              <a:buFont typeface="Calibri" panose="020F0502020204030204" pitchFamily="34" charset="0"/>
              <a:buChar char="−"/>
            </a:pPr>
            <a:r>
              <a:rPr lang="fr-FR" dirty="0"/>
              <a:t>Quatrième niveau</a:t>
            </a:r>
          </a:p>
        </p:txBody>
      </p:sp>
    </p:spTree>
    <p:extLst>
      <p:ext uri="{BB962C8B-B14F-4D97-AF65-F5344CB8AC3E}">
        <p14:creationId xmlns:p14="http://schemas.microsoft.com/office/powerpoint/2010/main" val="4284287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62" r:id="rId3"/>
    <p:sldLayoutId id="2147483682" r:id="rId4"/>
    <p:sldLayoutId id="2147483683" r:id="rId5"/>
    <p:sldLayoutId id="2147483684" r:id="rId6"/>
    <p:sldLayoutId id="2147483686" r:id="rId7"/>
    <p:sldLayoutId id="2147483687" r:id="rId8"/>
    <p:sldLayoutId id="2147483688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8" r:id="rId15"/>
    <p:sldLayoutId id="2147483674" r:id="rId16"/>
    <p:sldLayoutId id="2147483675" r:id="rId17"/>
    <p:sldLayoutId id="2147483676" r:id="rId18"/>
    <p:sldLayoutId id="2147483677" r:id="rId19"/>
    <p:sldLayoutId id="2147483679" r:id="rId20"/>
  </p:sldLayoutIdLst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0" i="0" kern="1200" baseline="0">
          <a:solidFill>
            <a:srgbClr val="273457"/>
          </a:solidFill>
          <a:latin typeface="Franklin Gothic Book" panose="020B0503020102020204" pitchFamily="34" charset="0"/>
          <a:ea typeface="+mj-ea"/>
          <a:cs typeface="Franklin Gothic Book" panose="020B0503020102020204" pitchFamily="34" charset="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285750" indent="-285750" algn="l" rtl="0" eaLnBrk="1" fontAlgn="base" hangingPunct="1">
        <a:lnSpc>
          <a:spcPct val="112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lang="fr-FR" sz="1800" b="0" i="0" kern="1200" dirty="0" smtClean="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612775" indent="-342900" algn="l" rtl="0" eaLnBrk="1" fontAlgn="base" hangingPunct="1">
        <a:lnSpc>
          <a:spcPct val="112000"/>
        </a:lnSpc>
        <a:spcBef>
          <a:spcPts val="0"/>
        </a:spcBef>
        <a:spcAft>
          <a:spcPts val="600"/>
        </a:spcAft>
        <a:buFont typeface="Browallia New" panose="020B0604020202020204" pitchFamily="34" charset="-34"/>
        <a:buChar char="›"/>
        <a:defRPr lang="fr-FR" sz="1600" b="0" i="0" kern="1200" dirty="0" smtClean="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920750" indent="-342900" algn="l" rtl="0" eaLnBrk="1" fontAlgn="base" hangingPunct="1">
        <a:lnSpc>
          <a:spcPct val="112000"/>
        </a:lnSpc>
        <a:spcBef>
          <a:spcPts val="0"/>
        </a:spcBef>
        <a:spcAft>
          <a:spcPts val="600"/>
        </a:spcAft>
        <a:buFont typeface="Calibri" panose="020F0502020204030204" pitchFamily="34" charset="0"/>
        <a:buChar char="»"/>
        <a:defRPr lang="fr-FR" sz="1400" b="0" i="0" kern="1200" dirty="0" smtClean="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1025525" indent="-285750" algn="l" rtl="0" eaLnBrk="1" fontAlgn="base" hangingPunct="1">
        <a:lnSpc>
          <a:spcPct val="112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lang="fr-FR" sz="1400" b="0" i="0" kern="1200" dirty="0" smtClean="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1828800" indent="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None/>
        <a:defRPr sz="2000" kern="1200">
          <a:solidFill>
            <a:schemeClr val="tx1">
              <a:lumMod val="75000"/>
              <a:lumOff val="25000"/>
            </a:schemeClr>
          </a:solidFill>
          <a:latin typeface="Browallia New" panose="020B0604020202020204" pitchFamily="34" charset="-34"/>
          <a:ea typeface="+mn-ea"/>
          <a:cs typeface="Browallia New" panose="020B0604020202020204" pitchFamily="34" charset="-34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/>
          <p:cNvSpPr>
            <a:spLocks noGrp="1"/>
          </p:cNvSpPr>
          <p:nvPr>
            <p:ph type="title"/>
          </p:nvPr>
        </p:nvSpPr>
        <p:spPr>
          <a:xfrm>
            <a:off x="981298" y="1767921"/>
            <a:ext cx="6731926" cy="1307787"/>
          </a:xfrm>
        </p:spPr>
        <p:txBody>
          <a:bodyPr/>
          <a:lstStyle/>
          <a:p>
            <a:r>
              <a:rPr lang="fr-FR" b="1" dirty="0" err="1" smtClean="0"/>
              <a:t>Continuous</a:t>
            </a:r>
            <a:r>
              <a:rPr lang="fr-FR" b="1" dirty="0" smtClean="0"/>
              <a:t> Training and Model Drift</a:t>
            </a:r>
            <a:endParaRPr lang="fr-FR" b="1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5"/>
          </p:nvPr>
        </p:nvSpPr>
        <p:spPr>
          <a:xfrm>
            <a:off x="981298" y="4901692"/>
            <a:ext cx="2483421" cy="456121"/>
          </a:xfrm>
        </p:spPr>
        <p:txBody>
          <a:bodyPr/>
          <a:lstStyle/>
          <a:p>
            <a:endParaRPr lang="fr-FR" dirty="0"/>
          </a:p>
        </p:txBody>
      </p:sp>
      <p:sp>
        <p:nvSpPr>
          <p:cNvPr id="2" name="Espace réservé du pied de page 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2025 | ©HeadMind Partners AI &amp; Blockchain | Confidentiel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F4FEB08F-923E-484A-9FC5-0AA7BDA29BD6}" type="slidenum">
              <a:rPr lang="fr-FR" smtClean="0"/>
              <a:pPr>
                <a:defRPr/>
              </a:pPr>
              <a:t>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044243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sz="quarter" idx="27"/>
          </p:nvPr>
        </p:nvSpPr>
        <p:spPr>
          <a:xfrm>
            <a:off x="511908" y="4691883"/>
            <a:ext cx="787400" cy="569913"/>
          </a:xfrm>
        </p:spPr>
        <p:txBody>
          <a:bodyPr/>
          <a:lstStyle/>
          <a:p>
            <a:r>
              <a:rPr lang="fr-FR" dirty="0"/>
              <a:t>03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quarter" idx="26"/>
          </p:nvPr>
        </p:nvSpPr>
        <p:spPr/>
        <p:txBody>
          <a:bodyPr/>
          <a:lstStyle/>
          <a:p>
            <a:r>
              <a:rPr lang="fr-FR" dirty="0"/>
              <a:t>02</a:t>
            </a:r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4"/>
          </p:nvPr>
        </p:nvSpPr>
        <p:spPr>
          <a:xfrm>
            <a:off x="1705683" y="3055707"/>
            <a:ext cx="3328135" cy="709443"/>
          </a:xfrm>
        </p:spPr>
        <p:txBody>
          <a:bodyPr/>
          <a:lstStyle/>
          <a:p>
            <a:endParaRPr lang="fr-FR" dirty="0"/>
          </a:p>
        </p:txBody>
      </p:sp>
      <p:sp>
        <p:nvSpPr>
          <p:cNvPr id="7" name="Espace réservé du texte 6"/>
          <p:cNvSpPr>
            <a:spLocks noGrp="1"/>
          </p:cNvSpPr>
          <p:nvPr>
            <p:ph type="body" sz="quarter" idx="15"/>
          </p:nvPr>
        </p:nvSpPr>
        <p:spPr>
          <a:xfrm>
            <a:off x="1714289" y="4684671"/>
            <a:ext cx="3899696" cy="709443"/>
          </a:xfrm>
        </p:spPr>
        <p:txBody>
          <a:bodyPr/>
          <a:lstStyle/>
          <a:p>
            <a:endParaRPr lang="fr-FR" dirty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F4FEB08F-923E-484A-9FC5-0AA7BDA29BD6}" type="slidenum">
              <a:rPr lang="fr-FR" smtClean="0"/>
              <a:pPr>
                <a:defRPr/>
              </a:pPr>
              <a:t>2</a:t>
            </a:fld>
            <a:endParaRPr lang="fr-FR" dirty="0"/>
          </a:p>
        </p:txBody>
      </p:sp>
      <p:sp>
        <p:nvSpPr>
          <p:cNvPr id="12" name="Espace réservé du contenu 11"/>
          <p:cNvSpPr>
            <a:spLocks noGrp="1"/>
          </p:cNvSpPr>
          <p:nvPr>
            <p:ph sz="quarter" idx="24"/>
          </p:nvPr>
        </p:nvSpPr>
        <p:spPr/>
        <p:txBody>
          <a:bodyPr/>
          <a:lstStyle/>
          <a:p>
            <a:r>
              <a:rPr lang="fr-FR" dirty="0"/>
              <a:t>01</a:t>
            </a:r>
          </a:p>
        </p:txBody>
      </p:sp>
      <p:sp>
        <p:nvSpPr>
          <p:cNvPr id="15" name="Espace réservé du texte 14"/>
          <p:cNvSpPr>
            <a:spLocks noGrp="1"/>
          </p:cNvSpPr>
          <p:nvPr>
            <p:ph type="body" sz="quarter" idx="30"/>
          </p:nvPr>
        </p:nvSpPr>
        <p:spPr>
          <a:xfrm>
            <a:off x="7629239" y="1669552"/>
            <a:ext cx="3908299" cy="584753"/>
          </a:xfrm>
        </p:spPr>
        <p:txBody>
          <a:bodyPr/>
          <a:lstStyle/>
          <a:p>
            <a:endParaRPr lang="fr-FR" dirty="0" err="1">
              <a:latin typeface="Segoe UI"/>
            </a:endParaRPr>
          </a:p>
        </p:txBody>
      </p:sp>
      <p:sp>
        <p:nvSpPr>
          <p:cNvPr id="21" name="Espace réservé du contenu 20"/>
          <p:cNvSpPr>
            <a:spLocks noGrp="1"/>
          </p:cNvSpPr>
          <p:nvPr>
            <p:ph sz="quarter" idx="36"/>
          </p:nvPr>
        </p:nvSpPr>
        <p:spPr>
          <a:xfrm>
            <a:off x="6426858" y="1671337"/>
            <a:ext cx="787400" cy="569913"/>
          </a:xfrm>
        </p:spPr>
        <p:txBody>
          <a:bodyPr/>
          <a:lstStyle/>
          <a:p>
            <a:r>
              <a:rPr lang="fr-FR" dirty="0"/>
              <a:t>04</a:t>
            </a:r>
          </a:p>
        </p:txBody>
      </p:sp>
      <p:sp>
        <p:nvSpPr>
          <p:cNvPr id="22" name="Espace réservé du pied de page 21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2025 | ©HeadMind Partners AI &amp; Blockchain | Confidentiel</a:t>
            </a:r>
            <a:endParaRPr lang="fr-FR" dirty="0"/>
          </a:p>
        </p:txBody>
      </p:sp>
      <p:sp>
        <p:nvSpPr>
          <p:cNvPr id="17" name="Espace réservé du texte 14"/>
          <p:cNvSpPr>
            <a:spLocks noGrp="1"/>
          </p:cNvSpPr>
          <p:nvPr>
            <p:ph type="body" sz="quarter" idx="30"/>
          </p:nvPr>
        </p:nvSpPr>
        <p:spPr>
          <a:xfrm>
            <a:off x="7629239" y="3061191"/>
            <a:ext cx="3908299" cy="709443"/>
          </a:xfrm>
        </p:spPr>
        <p:txBody>
          <a:bodyPr/>
          <a:lstStyle/>
          <a:p>
            <a:endParaRPr lang="fr-FR" dirty="0">
              <a:cs typeface="Segoe UI"/>
            </a:endParaRPr>
          </a:p>
        </p:txBody>
      </p:sp>
      <p:sp>
        <p:nvSpPr>
          <p:cNvPr id="20" name="Espace réservé du contenu 20"/>
          <p:cNvSpPr>
            <a:spLocks noGrp="1"/>
          </p:cNvSpPr>
          <p:nvPr>
            <p:ph sz="quarter" idx="36"/>
          </p:nvPr>
        </p:nvSpPr>
        <p:spPr>
          <a:xfrm>
            <a:off x="6426858" y="3159957"/>
            <a:ext cx="787400" cy="569913"/>
          </a:xfrm>
        </p:spPr>
        <p:txBody>
          <a:bodyPr/>
          <a:lstStyle/>
          <a:p>
            <a:r>
              <a:rPr lang="fr-FR" dirty="0"/>
              <a:t>05</a:t>
            </a:r>
          </a:p>
        </p:txBody>
      </p:sp>
      <p:sp>
        <p:nvSpPr>
          <p:cNvPr id="23" name="Espace réservé du texte 14"/>
          <p:cNvSpPr>
            <a:spLocks noGrp="1"/>
          </p:cNvSpPr>
          <p:nvPr>
            <p:ph type="body" sz="quarter" idx="30"/>
          </p:nvPr>
        </p:nvSpPr>
        <p:spPr>
          <a:xfrm>
            <a:off x="7629239" y="4692396"/>
            <a:ext cx="3908299" cy="79257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5" name="Espace réservé du contenu 20"/>
          <p:cNvSpPr>
            <a:spLocks noGrp="1"/>
          </p:cNvSpPr>
          <p:nvPr>
            <p:ph sz="quarter" idx="36"/>
          </p:nvPr>
        </p:nvSpPr>
        <p:spPr>
          <a:xfrm>
            <a:off x="6426858" y="4818871"/>
            <a:ext cx="787400" cy="569913"/>
          </a:xfrm>
        </p:spPr>
        <p:txBody>
          <a:bodyPr/>
          <a:lstStyle/>
          <a:p>
            <a:r>
              <a:rPr lang="fr-FR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4864743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 smtClean="0"/>
              <a:t>What</a:t>
            </a:r>
            <a:r>
              <a:rPr lang="fr-FR" dirty="0" smtClean="0"/>
              <a:t> </a:t>
            </a:r>
            <a:r>
              <a:rPr lang="fr-FR" dirty="0" err="1" smtClean="0"/>
              <a:t>is</a:t>
            </a:r>
            <a:r>
              <a:rPr lang="fr-FR" dirty="0"/>
              <a:t> </a:t>
            </a:r>
            <a:r>
              <a:rPr lang="fr-FR" dirty="0" smtClean="0"/>
              <a:t>Drift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F4FEB08F-923E-484A-9FC5-0AA7BDA29BD6}" type="slidenum">
              <a:rPr lang="fr-FR" smtClean="0"/>
              <a:pPr>
                <a:defRPr/>
              </a:pPr>
              <a:t>3</a:t>
            </a:fld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2025 | ©HeadMind Partners AI &amp; Blockchain | Confidentiel</a:t>
            </a:r>
            <a:endParaRPr lang="fr-FR" dirty="0"/>
          </a:p>
        </p:txBody>
      </p:sp>
      <p:sp>
        <p:nvSpPr>
          <p:cNvPr id="3" name="Rectangle à coins arrondis 2"/>
          <p:cNvSpPr/>
          <p:nvPr/>
        </p:nvSpPr>
        <p:spPr>
          <a:xfrm>
            <a:off x="511908" y="1293224"/>
            <a:ext cx="11153043" cy="627016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 smtClean="0"/>
              <a:t>Model drift </a:t>
            </a:r>
            <a:r>
              <a:rPr lang="fr-FR" dirty="0" err="1" smtClean="0"/>
              <a:t>describes</a:t>
            </a:r>
            <a:r>
              <a:rPr lang="fr-FR" dirty="0" smtClean="0"/>
              <a:t> the drop in performance of a model over time. There are </a:t>
            </a:r>
            <a:r>
              <a:rPr lang="fr-FR" dirty="0" err="1" smtClean="0"/>
              <a:t>two</a:t>
            </a:r>
            <a:r>
              <a:rPr lang="fr-FR" dirty="0" smtClean="0"/>
              <a:t> types of drift, concept drift and data drift.</a:t>
            </a:r>
            <a:endParaRPr lang="fr-FR" dirty="0"/>
          </a:p>
        </p:txBody>
      </p:sp>
      <p:cxnSp>
        <p:nvCxnSpPr>
          <p:cNvPr id="8" name="Connecteur droit 7"/>
          <p:cNvCxnSpPr>
            <a:stCxn id="3" idx="2"/>
          </p:cNvCxnSpPr>
          <p:nvPr/>
        </p:nvCxnSpPr>
        <p:spPr>
          <a:xfrm flipH="1">
            <a:off x="6087292" y="1920240"/>
            <a:ext cx="1138" cy="419317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/>
          <p:cNvSpPr txBox="1"/>
          <p:nvPr/>
        </p:nvSpPr>
        <p:spPr>
          <a:xfrm>
            <a:off x="8349119" y="2050869"/>
            <a:ext cx="2220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 smtClean="0"/>
              <a:t>Concept drift</a:t>
            </a:r>
            <a:endParaRPr lang="fr-FR" b="1" dirty="0"/>
          </a:p>
        </p:txBody>
      </p:sp>
      <p:sp>
        <p:nvSpPr>
          <p:cNvPr id="13" name="ZoneTexte 12"/>
          <p:cNvSpPr txBox="1"/>
          <p:nvPr/>
        </p:nvSpPr>
        <p:spPr>
          <a:xfrm>
            <a:off x="1913708" y="2050869"/>
            <a:ext cx="2220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 smtClean="0"/>
              <a:t>Data drift</a:t>
            </a:r>
            <a:endParaRPr lang="fr-FR" b="1" dirty="0"/>
          </a:p>
        </p:txBody>
      </p:sp>
      <p:sp>
        <p:nvSpPr>
          <p:cNvPr id="15" name="ZoneTexte 14"/>
          <p:cNvSpPr txBox="1"/>
          <p:nvPr/>
        </p:nvSpPr>
        <p:spPr>
          <a:xfrm>
            <a:off x="7206342" y="2579655"/>
            <a:ext cx="44021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 smtClean="0"/>
              <a:t>A </a:t>
            </a:r>
            <a:r>
              <a:rPr lang="fr-FR" sz="1600" dirty="0" err="1" smtClean="0"/>
              <a:t>fundamental</a:t>
            </a:r>
            <a:r>
              <a:rPr lang="fr-FR" sz="1600" dirty="0" smtClean="0"/>
              <a:t> </a:t>
            </a:r>
            <a:r>
              <a:rPr lang="fr-FR" sz="1600" dirty="0" err="1" smtClean="0"/>
              <a:t>paradigm</a:t>
            </a:r>
            <a:r>
              <a:rPr lang="fr-FR" sz="1600" dirty="0" smtClean="0"/>
              <a:t> change in </a:t>
            </a:r>
            <a:r>
              <a:rPr lang="fr-FR" sz="1600" dirty="0" err="1" smtClean="0"/>
              <a:t>what</a:t>
            </a:r>
            <a:r>
              <a:rPr lang="fr-FR" sz="1600" dirty="0" smtClean="0"/>
              <a:t> the model </a:t>
            </a:r>
            <a:r>
              <a:rPr lang="fr-FR" sz="1600" dirty="0" err="1" smtClean="0"/>
              <a:t>is</a:t>
            </a:r>
            <a:r>
              <a:rPr lang="fr-FR" sz="1600" dirty="0" smtClean="0"/>
              <a:t> </a:t>
            </a:r>
            <a:r>
              <a:rPr lang="fr-FR" sz="1600" dirty="0" err="1" smtClean="0"/>
              <a:t>measuring</a:t>
            </a:r>
            <a:r>
              <a:rPr lang="fr-FR" sz="1600" dirty="0" smtClean="0"/>
              <a:t>.</a:t>
            </a:r>
            <a:endParaRPr lang="fr-FR" sz="1600" dirty="0"/>
          </a:p>
        </p:txBody>
      </p:sp>
      <p:pic>
        <p:nvPicPr>
          <p:cNvPr id="17" name="Imag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7201" y="3546135"/>
            <a:ext cx="3760464" cy="2116364"/>
          </a:xfrm>
          <a:prstGeom prst="rect">
            <a:avLst/>
          </a:prstGeom>
        </p:spPr>
      </p:pic>
      <p:sp>
        <p:nvSpPr>
          <p:cNvPr id="18" name="ZoneTexte 17"/>
          <p:cNvSpPr txBox="1"/>
          <p:nvPr/>
        </p:nvSpPr>
        <p:spPr>
          <a:xfrm>
            <a:off x="822958" y="2556748"/>
            <a:ext cx="44021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 smtClean="0"/>
              <a:t>The distribution of the input data </a:t>
            </a:r>
            <a:r>
              <a:rPr lang="fr-FR" sz="1600" dirty="0" err="1" smtClean="0"/>
              <a:t>is</a:t>
            </a:r>
            <a:r>
              <a:rPr lang="fr-FR" sz="1600" dirty="0" smtClean="0"/>
              <a:t> </a:t>
            </a:r>
            <a:r>
              <a:rPr lang="fr-FR" sz="1600" dirty="0" err="1" smtClean="0"/>
              <a:t>changing</a:t>
            </a:r>
            <a:endParaRPr lang="fr-FR" sz="1600" dirty="0"/>
          </a:p>
        </p:txBody>
      </p:sp>
      <p:pic>
        <p:nvPicPr>
          <p:cNvPr id="19" name="Image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624" y="3318442"/>
            <a:ext cx="4514850" cy="2571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9029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Data Drift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F4FEB08F-923E-484A-9FC5-0AA7BDA29BD6}" type="slidenum">
              <a:rPr lang="fr-FR" smtClean="0"/>
              <a:pPr>
                <a:defRPr/>
              </a:pPr>
              <a:t>4</a:t>
            </a:fld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2025 | ©HeadMind Partners AI &amp; Blockchain | Confidentiel</a:t>
            </a:r>
            <a:endParaRPr lang="fr-FR" dirty="0"/>
          </a:p>
        </p:txBody>
      </p:sp>
      <p:cxnSp>
        <p:nvCxnSpPr>
          <p:cNvPr id="8" name="Connecteur droit 7"/>
          <p:cNvCxnSpPr>
            <a:stCxn id="3" idx="2"/>
          </p:cNvCxnSpPr>
          <p:nvPr/>
        </p:nvCxnSpPr>
        <p:spPr>
          <a:xfrm flipH="1">
            <a:off x="6087292" y="1920240"/>
            <a:ext cx="1138" cy="419317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/>
          <p:cNvSpPr txBox="1"/>
          <p:nvPr/>
        </p:nvSpPr>
        <p:spPr>
          <a:xfrm>
            <a:off x="1672046" y="2050869"/>
            <a:ext cx="2220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 smtClean="0"/>
              <a:t>Concept drift</a:t>
            </a:r>
            <a:endParaRPr lang="fr-FR" b="1" dirty="0"/>
          </a:p>
        </p:txBody>
      </p:sp>
      <p:sp>
        <p:nvSpPr>
          <p:cNvPr id="13" name="ZoneTexte 12"/>
          <p:cNvSpPr txBox="1"/>
          <p:nvPr/>
        </p:nvSpPr>
        <p:spPr>
          <a:xfrm>
            <a:off x="8120743" y="2050869"/>
            <a:ext cx="2220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 smtClean="0"/>
              <a:t>Data drift</a:t>
            </a:r>
            <a:endParaRPr lang="fr-FR" b="1" dirty="0"/>
          </a:p>
        </p:txBody>
      </p:sp>
      <p:sp>
        <p:nvSpPr>
          <p:cNvPr id="15" name="ZoneTexte 14"/>
          <p:cNvSpPr txBox="1"/>
          <p:nvPr/>
        </p:nvSpPr>
        <p:spPr>
          <a:xfrm>
            <a:off x="822960" y="2573383"/>
            <a:ext cx="44021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 smtClean="0"/>
              <a:t>A </a:t>
            </a:r>
            <a:r>
              <a:rPr lang="fr-FR" sz="1600" dirty="0" err="1" smtClean="0"/>
              <a:t>fundamental</a:t>
            </a:r>
            <a:r>
              <a:rPr lang="fr-FR" sz="1600" dirty="0" smtClean="0"/>
              <a:t> </a:t>
            </a:r>
            <a:r>
              <a:rPr lang="fr-FR" sz="1600" dirty="0" err="1" smtClean="0"/>
              <a:t>paradigm</a:t>
            </a:r>
            <a:r>
              <a:rPr lang="fr-FR" sz="1600" dirty="0" smtClean="0"/>
              <a:t> change in </a:t>
            </a:r>
            <a:r>
              <a:rPr lang="fr-FR" sz="1600" dirty="0" err="1" smtClean="0"/>
              <a:t>what</a:t>
            </a:r>
            <a:r>
              <a:rPr lang="fr-FR" sz="1600" dirty="0" smtClean="0"/>
              <a:t> </a:t>
            </a:r>
            <a:r>
              <a:rPr lang="fr-FR" sz="1600" dirty="0" err="1" smtClean="0"/>
              <a:t>you</a:t>
            </a:r>
            <a:r>
              <a:rPr lang="fr-FR" sz="1600" dirty="0" smtClean="0"/>
              <a:t> are </a:t>
            </a:r>
            <a:r>
              <a:rPr lang="fr-FR" sz="1600" dirty="0" err="1" smtClean="0"/>
              <a:t>measuring</a:t>
            </a:r>
            <a:r>
              <a:rPr lang="fr-FR" sz="1600" dirty="0" smtClean="0"/>
              <a:t>.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23547652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Concept Drift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F4FEB08F-923E-484A-9FC5-0AA7BDA29BD6}" type="slidenum">
              <a:rPr lang="fr-FR" smtClean="0"/>
              <a:pPr>
                <a:defRPr/>
              </a:pPr>
              <a:t>5</a:t>
            </a:fld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2025 | ©HeadMind Partners AI &amp; Blockchain | Confidentiel</a:t>
            </a:r>
            <a:endParaRPr lang="fr-FR" dirty="0"/>
          </a:p>
        </p:txBody>
      </p:sp>
      <p:sp>
        <p:nvSpPr>
          <p:cNvPr id="15" name="ZoneTexte 14"/>
          <p:cNvSpPr txBox="1"/>
          <p:nvPr/>
        </p:nvSpPr>
        <p:spPr>
          <a:xfrm>
            <a:off x="875211" y="1335464"/>
            <a:ext cx="44021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 err="1" smtClean="0"/>
              <a:t>Phishing</a:t>
            </a:r>
            <a:r>
              <a:rPr lang="fr-FR" sz="1600" dirty="0" smtClean="0"/>
              <a:t> e-mail 10 </a:t>
            </a:r>
            <a:r>
              <a:rPr lang="fr-FR" sz="1600" dirty="0" err="1" smtClean="0"/>
              <a:t>years</a:t>
            </a:r>
            <a:r>
              <a:rPr lang="fr-FR" sz="1600" dirty="0" smtClean="0"/>
              <a:t> </a:t>
            </a:r>
            <a:r>
              <a:rPr lang="fr-FR" sz="1600" dirty="0" err="1" smtClean="0"/>
              <a:t>ago</a:t>
            </a:r>
            <a:r>
              <a:rPr lang="fr-FR" sz="1600" dirty="0" smtClean="0"/>
              <a:t> </a:t>
            </a:r>
            <a:endParaRPr lang="fr-FR" sz="1600" dirty="0"/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341" y="1855033"/>
            <a:ext cx="4291149" cy="2389390"/>
          </a:xfrm>
          <a:prstGeom prst="rect">
            <a:avLst/>
          </a:prstGeom>
        </p:spPr>
      </p:pic>
      <p:sp>
        <p:nvSpPr>
          <p:cNvPr id="11" name="ZoneTexte 10"/>
          <p:cNvSpPr txBox="1"/>
          <p:nvPr/>
        </p:nvSpPr>
        <p:spPr>
          <a:xfrm>
            <a:off x="6846342" y="1413842"/>
            <a:ext cx="44021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 err="1" smtClean="0"/>
              <a:t>Phishing</a:t>
            </a:r>
            <a:r>
              <a:rPr lang="fr-FR" sz="1600" dirty="0" smtClean="0"/>
              <a:t> e-mail </a:t>
            </a:r>
            <a:r>
              <a:rPr lang="fr-FR" sz="1600" dirty="0" err="1" smtClean="0"/>
              <a:t>today</a:t>
            </a:r>
            <a:endParaRPr lang="fr-FR" sz="1600" dirty="0"/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8056" y="1855033"/>
            <a:ext cx="2593159" cy="3187228"/>
          </a:xfrm>
          <a:prstGeom prst="rect">
            <a:avLst/>
          </a:prstGeom>
        </p:spPr>
      </p:pic>
      <p:sp>
        <p:nvSpPr>
          <p:cNvPr id="9" name="ZoneTexte 8"/>
          <p:cNvSpPr txBox="1"/>
          <p:nvPr/>
        </p:nvSpPr>
        <p:spPr>
          <a:xfrm>
            <a:off x="1504168" y="4530214"/>
            <a:ext cx="9927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 err="1" smtClean="0"/>
              <a:t>Phishy</a:t>
            </a:r>
            <a:r>
              <a:rPr lang="fr-FR" sz="1100" dirty="0" smtClean="0"/>
              <a:t> email</a:t>
            </a:r>
            <a:endParaRPr lang="fr-FR" sz="1100" dirty="0"/>
          </a:p>
        </p:txBody>
      </p:sp>
      <p:sp>
        <p:nvSpPr>
          <p:cNvPr id="14" name="ZoneTexte 13"/>
          <p:cNvSpPr txBox="1"/>
          <p:nvPr/>
        </p:nvSpPr>
        <p:spPr>
          <a:xfrm>
            <a:off x="2496945" y="4514555"/>
            <a:ext cx="108039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 smtClean="0"/>
              <a:t>Large </a:t>
            </a:r>
            <a:r>
              <a:rPr lang="fr-FR" sz="1100" dirty="0" err="1" smtClean="0"/>
              <a:t>amount</a:t>
            </a:r>
            <a:r>
              <a:rPr lang="fr-FR" sz="1100" dirty="0" smtClean="0"/>
              <a:t> of money</a:t>
            </a:r>
            <a:endParaRPr lang="fr-FR" sz="1100" dirty="0"/>
          </a:p>
        </p:txBody>
      </p:sp>
      <p:cxnSp>
        <p:nvCxnSpPr>
          <p:cNvPr id="16" name="Connecteur droit avec flèche 15"/>
          <p:cNvCxnSpPr>
            <a:stCxn id="9" idx="0"/>
          </p:cNvCxnSpPr>
          <p:nvPr/>
        </p:nvCxnSpPr>
        <p:spPr>
          <a:xfrm flipH="1" flipV="1">
            <a:off x="2000556" y="3145229"/>
            <a:ext cx="1" cy="13849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lèche droite 20"/>
          <p:cNvSpPr/>
          <p:nvPr/>
        </p:nvSpPr>
        <p:spPr>
          <a:xfrm>
            <a:off x="5663887" y="3086783"/>
            <a:ext cx="849086" cy="58782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Ellipse 21"/>
          <p:cNvSpPr/>
          <p:nvPr/>
        </p:nvSpPr>
        <p:spPr>
          <a:xfrm>
            <a:off x="3585808" y="3699763"/>
            <a:ext cx="1328587" cy="788232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400" dirty="0" smtClean="0"/>
              <a:t>Spam </a:t>
            </a:r>
            <a:r>
              <a:rPr lang="fr-FR" sz="1400" dirty="0" err="1" smtClean="0"/>
              <a:t>detected</a:t>
            </a:r>
            <a:endParaRPr lang="fr-FR" sz="1400" dirty="0"/>
          </a:p>
        </p:txBody>
      </p:sp>
      <p:cxnSp>
        <p:nvCxnSpPr>
          <p:cNvPr id="18" name="Connecteur droit avec flèche 17"/>
          <p:cNvCxnSpPr>
            <a:stCxn id="14" idx="0"/>
          </p:cNvCxnSpPr>
          <p:nvPr/>
        </p:nvCxnSpPr>
        <p:spPr>
          <a:xfrm flipH="1" flipV="1">
            <a:off x="2986908" y="2635993"/>
            <a:ext cx="0" cy="18785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Ellipse 22"/>
          <p:cNvSpPr/>
          <p:nvPr/>
        </p:nvSpPr>
        <p:spPr>
          <a:xfrm>
            <a:off x="8655524" y="3741982"/>
            <a:ext cx="1337562" cy="788232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400" dirty="0" smtClean="0"/>
              <a:t>Not </a:t>
            </a:r>
            <a:r>
              <a:rPr lang="fr-FR" sz="1400" dirty="0" err="1" smtClean="0"/>
              <a:t>detected</a:t>
            </a:r>
            <a:endParaRPr lang="fr-FR" sz="1400" dirty="0"/>
          </a:p>
        </p:txBody>
      </p:sp>
      <p:sp>
        <p:nvSpPr>
          <p:cNvPr id="24" name="ZoneTexte 23"/>
          <p:cNvSpPr txBox="1"/>
          <p:nvPr/>
        </p:nvSpPr>
        <p:spPr>
          <a:xfrm>
            <a:off x="9993086" y="1855033"/>
            <a:ext cx="1345475" cy="2612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 smtClean="0"/>
              <a:t>Looks official</a:t>
            </a:r>
            <a:endParaRPr lang="fr-FR" sz="1100" dirty="0"/>
          </a:p>
        </p:txBody>
      </p:sp>
      <p:sp>
        <p:nvSpPr>
          <p:cNvPr id="25" name="ZoneTexte 24"/>
          <p:cNvSpPr txBox="1"/>
          <p:nvPr/>
        </p:nvSpPr>
        <p:spPr>
          <a:xfrm>
            <a:off x="9993086" y="2229313"/>
            <a:ext cx="13454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 err="1" smtClean="0"/>
              <a:t>Does</a:t>
            </a:r>
            <a:r>
              <a:rPr lang="fr-FR" sz="1100" dirty="0" smtClean="0"/>
              <a:t> not have a </a:t>
            </a:r>
            <a:r>
              <a:rPr lang="fr-FR" sz="1100" dirty="0" err="1" smtClean="0"/>
              <a:t>phishy</a:t>
            </a:r>
            <a:r>
              <a:rPr lang="fr-FR" sz="1100" dirty="0" smtClean="0"/>
              <a:t> e-mail or </a:t>
            </a:r>
            <a:r>
              <a:rPr lang="fr-FR" sz="1100" dirty="0" err="1" smtClean="0"/>
              <a:t>huge</a:t>
            </a:r>
            <a:r>
              <a:rPr lang="fr-FR" sz="1100" dirty="0" smtClean="0"/>
              <a:t> </a:t>
            </a:r>
            <a:r>
              <a:rPr lang="fr-FR" sz="1100" dirty="0" err="1" smtClean="0"/>
              <a:t>sum</a:t>
            </a:r>
            <a:r>
              <a:rPr lang="fr-FR" sz="1100" dirty="0" smtClean="0"/>
              <a:t> of money</a:t>
            </a:r>
            <a:endParaRPr lang="fr-FR" sz="1100" dirty="0"/>
          </a:p>
        </p:txBody>
      </p:sp>
      <p:sp>
        <p:nvSpPr>
          <p:cNvPr id="26" name="ZoneTexte 25"/>
          <p:cNvSpPr txBox="1"/>
          <p:nvPr/>
        </p:nvSpPr>
        <p:spPr>
          <a:xfrm>
            <a:off x="9993086" y="3348230"/>
            <a:ext cx="134547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 smtClean="0"/>
              <a:t>Link </a:t>
            </a:r>
            <a:r>
              <a:rPr lang="fr-FR" sz="1100" dirty="0" err="1" smtClean="0"/>
              <a:t>should</a:t>
            </a:r>
            <a:r>
              <a:rPr lang="fr-FR" sz="1100" dirty="0" smtClean="0"/>
              <a:t> </a:t>
            </a:r>
            <a:r>
              <a:rPr lang="fr-FR" sz="1100" dirty="0" err="1" smtClean="0"/>
              <a:t>be</a:t>
            </a:r>
            <a:r>
              <a:rPr lang="fr-FR" sz="1100" dirty="0" smtClean="0"/>
              <a:t> </a:t>
            </a:r>
            <a:r>
              <a:rPr lang="fr-FR" sz="1100" dirty="0" err="1" smtClean="0"/>
              <a:t>thoroughly</a:t>
            </a:r>
            <a:r>
              <a:rPr lang="fr-FR" sz="1100" dirty="0" smtClean="0"/>
              <a:t> </a:t>
            </a:r>
            <a:r>
              <a:rPr lang="fr-FR" sz="1100" dirty="0" err="1" smtClean="0"/>
              <a:t>checked</a:t>
            </a:r>
            <a:endParaRPr lang="fr-FR" sz="1100" dirty="0"/>
          </a:p>
        </p:txBody>
      </p:sp>
      <p:cxnSp>
        <p:nvCxnSpPr>
          <p:cNvPr id="28" name="Connecteur droit avec flèche 27"/>
          <p:cNvCxnSpPr>
            <a:stCxn id="26" idx="1"/>
          </p:cNvCxnSpPr>
          <p:nvPr/>
        </p:nvCxnSpPr>
        <p:spPr>
          <a:xfrm flipH="1">
            <a:off x="8574635" y="3648312"/>
            <a:ext cx="14184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Accolade fermante 39"/>
          <p:cNvSpPr/>
          <p:nvPr/>
        </p:nvSpPr>
        <p:spPr>
          <a:xfrm rot="5400000">
            <a:off x="5759632" y="-181358"/>
            <a:ext cx="613318" cy="10544540"/>
          </a:xfrm>
          <a:prstGeom prst="rightBrace">
            <a:avLst>
              <a:gd name="adj1" fmla="val 8333"/>
              <a:gd name="adj2" fmla="val 4975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ZoneTexte 40"/>
          <p:cNvSpPr txBox="1"/>
          <p:nvPr/>
        </p:nvSpPr>
        <p:spPr>
          <a:xfrm>
            <a:off x="666206" y="5370611"/>
            <a:ext cx="107899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 smtClean="0"/>
              <a:t>The key markers of a </a:t>
            </a:r>
            <a:r>
              <a:rPr lang="fr-FR" sz="1600" dirty="0" err="1" smtClean="0"/>
              <a:t>phishing</a:t>
            </a:r>
            <a:r>
              <a:rPr lang="fr-FR" sz="1600" dirty="0" smtClean="0"/>
              <a:t> e-mail have </a:t>
            </a:r>
            <a:r>
              <a:rPr lang="fr-FR" sz="1600" dirty="0" err="1" smtClean="0"/>
              <a:t>changed</a:t>
            </a:r>
            <a:r>
              <a:rPr lang="fr-FR" sz="1600" dirty="0" smtClean="0"/>
              <a:t>, </a:t>
            </a:r>
            <a:r>
              <a:rPr lang="fr-FR" sz="1600" dirty="0" err="1" smtClean="0"/>
              <a:t>so</a:t>
            </a:r>
            <a:r>
              <a:rPr lang="fr-FR" sz="1600" dirty="0" smtClean="0"/>
              <a:t> an </a:t>
            </a:r>
            <a:r>
              <a:rPr lang="fr-FR" sz="1600" dirty="0" err="1" smtClean="0"/>
              <a:t>old</a:t>
            </a:r>
            <a:r>
              <a:rPr lang="fr-FR" sz="1600" dirty="0" smtClean="0"/>
              <a:t> model </a:t>
            </a:r>
            <a:r>
              <a:rPr lang="fr-FR" sz="1600" dirty="0" err="1" smtClean="0"/>
              <a:t>would</a:t>
            </a:r>
            <a:r>
              <a:rPr lang="fr-FR" sz="1600" dirty="0" smtClean="0"/>
              <a:t> not have the </a:t>
            </a:r>
            <a:r>
              <a:rPr lang="fr-FR" sz="1600" dirty="0" err="1" smtClean="0"/>
              <a:t>same</a:t>
            </a:r>
            <a:r>
              <a:rPr lang="fr-FR" sz="1600" dirty="0" smtClean="0"/>
              <a:t> performance as </a:t>
            </a:r>
            <a:r>
              <a:rPr lang="fr-FR" sz="1600" dirty="0" err="1" smtClean="0"/>
              <a:t>before</a:t>
            </a:r>
            <a:r>
              <a:rPr lang="fr-FR" sz="1600" dirty="0" smtClean="0"/>
              <a:t>. The </a:t>
            </a:r>
            <a:r>
              <a:rPr lang="fr-FR" sz="1600" dirty="0" err="1" smtClean="0"/>
              <a:t>overall</a:t>
            </a:r>
            <a:r>
              <a:rPr lang="fr-FR" sz="1600" dirty="0" smtClean="0"/>
              <a:t> distribution of the input has </a:t>
            </a:r>
            <a:r>
              <a:rPr lang="fr-FR" sz="1600" dirty="0" err="1" smtClean="0"/>
              <a:t>maybe</a:t>
            </a:r>
            <a:r>
              <a:rPr lang="fr-FR" sz="1600" dirty="0" smtClean="0"/>
              <a:t> not </a:t>
            </a:r>
            <a:r>
              <a:rPr lang="fr-FR" sz="1600" dirty="0" err="1" smtClean="0"/>
              <a:t>changed</a:t>
            </a:r>
            <a:r>
              <a:rPr lang="fr-FR" sz="1600" dirty="0" smtClean="0"/>
              <a:t>, but the </a:t>
            </a:r>
            <a:r>
              <a:rPr lang="fr-FR" sz="1600" dirty="0" err="1" smtClean="0"/>
              <a:t>target</a:t>
            </a:r>
            <a:r>
              <a:rPr lang="fr-FR" sz="1600" dirty="0" smtClean="0"/>
              <a:t> </a:t>
            </a:r>
            <a:r>
              <a:rPr lang="fr-FR" sz="1600" dirty="0" err="1" smtClean="0"/>
              <a:t>subgroup</a:t>
            </a:r>
            <a:r>
              <a:rPr lang="fr-FR" sz="1600" dirty="0" smtClean="0"/>
              <a:t> </a:t>
            </a:r>
            <a:r>
              <a:rPr lang="fr-FR" sz="1600" dirty="0" err="1" smtClean="0"/>
              <a:t>within</a:t>
            </a:r>
            <a:r>
              <a:rPr lang="fr-FR" sz="1600" dirty="0" smtClean="0"/>
              <a:t> the input variables has </a:t>
            </a:r>
            <a:r>
              <a:rPr lang="fr-FR" sz="1600" dirty="0" err="1" smtClean="0"/>
              <a:t>changed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18678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F4FEB08F-923E-484A-9FC5-0AA7BDA29BD6}" type="slidenum">
              <a:rPr lang="fr-FR" smtClean="0"/>
              <a:pPr>
                <a:defRPr/>
              </a:pPr>
              <a:t>6</a:t>
            </a:fld>
            <a:endParaRPr lang="fr-FR" dirty="0"/>
          </a:p>
        </p:txBody>
      </p:sp>
      <p:sp>
        <p:nvSpPr>
          <p:cNvPr id="7" name="Espace réservé du texte 6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2025 | ©HeadMind Partners AI &amp; Blockchain | Confidentiel</a:t>
            </a:r>
            <a:endParaRPr lang="fr-FR" dirty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93133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2018_Beijaflore_Modèles Slides format 4 tiers">
  <a:themeElements>
    <a:clrScheme name="HeadMind">
      <a:dk1>
        <a:srgbClr val="00263A"/>
      </a:dk1>
      <a:lt1>
        <a:srgbClr val="FFFFFF"/>
      </a:lt1>
      <a:dk2>
        <a:srgbClr val="003057"/>
      </a:dk2>
      <a:lt2>
        <a:srgbClr val="5BC2E7"/>
      </a:lt2>
      <a:accent1>
        <a:srgbClr val="0F4379"/>
      </a:accent1>
      <a:accent2>
        <a:srgbClr val="007DBA"/>
      </a:accent2>
      <a:accent3>
        <a:srgbClr val="008C32"/>
      </a:accent3>
      <a:accent4>
        <a:srgbClr val="960000"/>
      </a:accent4>
      <a:accent5>
        <a:srgbClr val="FA6432"/>
      </a:accent5>
      <a:accent6>
        <a:srgbClr val="FAC000"/>
      </a:accent6>
      <a:hlink>
        <a:srgbClr val="007DBA"/>
      </a:hlink>
      <a:folHlink>
        <a:srgbClr val="003057"/>
      </a:folHlink>
    </a:clrScheme>
    <a:fontScheme name="Charte Beijaflore">
      <a:majorFont>
        <a:latin typeface="Franklin Gothic Boo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harte_16-9_AI_&amp;_Blockchain (1)" id="{3DAC7C4F-0197-478A-922E-D68F887464CB}" vid="{219221C9-2605-41E0-A42C-D164CEB96D6F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5A7D101A348B14A94655631DF750AA1" ma:contentTypeVersion="4" ma:contentTypeDescription="Crée un document." ma:contentTypeScope="" ma:versionID="fed68bb662835b4038222b804832b9d4">
  <xsd:schema xmlns:xsd="http://www.w3.org/2001/XMLSchema" xmlns:xs="http://www.w3.org/2001/XMLSchema" xmlns:p="http://schemas.microsoft.com/office/2006/metadata/properties" xmlns:ns2="6176059f-ff8d-42ce-80af-7cd109a8b82a" targetNamespace="http://schemas.microsoft.com/office/2006/metadata/properties" ma:root="true" ma:fieldsID="6ddf66af974ec1f0d42682f9aaee72aa" ns2:_="">
    <xsd:import namespace="6176059f-ff8d-42ce-80af-7cd109a8b82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176059f-ff8d-42ce-80af-7cd109a8b82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20F9394D-AB15-48BC-9DC9-07AEFB8E408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176059f-ff8d-42ce-80af-7cd109a8b8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24B94D7-ED94-4192-97DD-11B73E3584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215448F-9EF6-4099-BCA6-FB343ED9492B}">
  <ds:schemaRefs>
    <ds:schemaRef ds:uri="http://schemas.microsoft.com/office/2006/metadata/properties"/>
    <ds:schemaRef ds:uri="http://purl.org/dc/terms/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schemas.openxmlformats.org/package/2006/metadata/core-properties"/>
    <ds:schemaRef ds:uri="6176059f-ff8d-42ce-80af-7cd109a8b82a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Charte_16-9_AI_&amp;_Blockchain</Template>
  <TotalTime>18341</TotalTime>
  <Words>253</Words>
  <Application>Microsoft Office PowerPoint</Application>
  <PresentationFormat>Grand écran</PresentationFormat>
  <Paragraphs>44</Paragraphs>
  <Slides>6</Slides>
  <Notes>2</Notes>
  <HiddenSlides>1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5" baseType="lpstr">
      <vt:lpstr>Arial</vt:lpstr>
      <vt:lpstr>Bodoni 72 Bold</vt:lpstr>
      <vt:lpstr>Browallia New</vt:lpstr>
      <vt:lpstr>Calibri</vt:lpstr>
      <vt:lpstr>Franklin Gothic Book</vt:lpstr>
      <vt:lpstr>Segoe UI</vt:lpstr>
      <vt:lpstr>Segoe UI Semibold</vt:lpstr>
      <vt:lpstr>Wingdings</vt:lpstr>
      <vt:lpstr>2018_Beijaflore_Modèles Slides format 4 tiers</vt:lpstr>
      <vt:lpstr>Continuous Training and Model Drift</vt:lpstr>
      <vt:lpstr>Sommaire</vt:lpstr>
      <vt:lpstr>What is Drift</vt:lpstr>
      <vt:lpstr>Data Drift</vt:lpstr>
      <vt:lpstr>Concept Drift</vt:lpstr>
      <vt:lpstr>Présentation PowerPoint</vt:lpstr>
    </vt:vector>
  </TitlesOfParts>
  <Company>Beijaflore.com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Verdiere, Jeffrey</dc:creator>
  <cp:lastModifiedBy>Gabay, Ilan</cp:lastModifiedBy>
  <cp:revision>682</cp:revision>
  <dcterms:created xsi:type="dcterms:W3CDTF">2022-06-06T17:42:35Z</dcterms:created>
  <dcterms:modified xsi:type="dcterms:W3CDTF">2025-04-04T12:04:03Z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0x01010015A7D101A348B14A94655631DF750AA1</vt:lpwstr>
  </property>
</Properties>
</file>