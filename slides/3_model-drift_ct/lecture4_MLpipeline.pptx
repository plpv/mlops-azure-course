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3"/>
  </p:notesMasterIdLst>
  <p:sldIdLst>
    <p:sldId id="256" r:id="rId2"/>
    <p:sldId id="271" r:id="rId3"/>
    <p:sldId id="275" r:id="rId4"/>
    <p:sldId id="269" r:id="rId5"/>
    <p:sldId id="276" r:id="rId6"/>
    <p:sldId id="284" r:id="rId7"/>
    <p:sldId id="285" r:id="rId8"/>
    <p:sldId id="283" r:id="rId9"/>
    <p:sldId id="281" r:id="rId10"/>
    <p:sldId id="286" r:id="rId11"/>
    <p:sldId id="280" r:id="rId12"/>
  </p:sldIdLst>
  <p:sldSz cx="12192000" cy="6858000"/>
  <p:notesSz cx="6735763" cy="98663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E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26" autoAdjust="0"/>
    <p:restoredTop sz="93448" autoAdjust="0"/>
  </p:normalViewPr>
  <p:slideViewPr>
    <p:cSldViewPr snapToGrid="0">
      <p:cViewPr varScale="1">
        <p:scale>
          <a:sx n="41" d="100"/>
          <a:sy n="41" d="100"/>
        </p:scale>
        <p:origin x="11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7E7CD-833A-4057-A34F-721214C10A5F}" type="datetimeFigureOut">
              <a:rPr lang="fr-FR" smtClean="0"/>
              <a:t>25/03/2025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F3BD9-BA5A-4CBB-9C78-D323B9124B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9160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F3BD9-BA5A-4CBB-9C78-D323B9124BD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7849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F3BD9-BA5A-4CBB-9C78-D323B9124BD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614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jpe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lide Titre"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4265980" y="3491678"/>
            <a:ext cx="6731926" cy="865186"/>
          </a:xfrm>
        </p:spPr>
        <p:txBody>
          <a:bodyPr/>
          <a:lstStyle>
            <a:lvl1pPr>
              <a:defRPr sz="3600">
                <a:solidFill>
                  <a:srgbClr val="002060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267200" y="4517493"/>
            <a:ext cx="6731926" cy="833150"/>
          </a:xfrm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 dirty="0" smtClean="0"/>
              <a:t>Insérer un niveau de sous-titre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4314825" y="4495270"/>
            <a:ext cx="668308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779" y="5826636"/>
            <a:ext cx="991986" cy="99198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92" y="5997316"/>
            <a:ext cx="657379" cy="65737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974" y="5830012"/>
            <a:ext cx="988610" cy="98861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53" y="0"/>
            <a:ext cx="3435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2553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lide Titre"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4" y="95794"/>
            <a:ext cx="11982995" cy="665334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779" y="5826636"/>
            <a:ext cx="991986" cy="99198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974" y="5830012"/>
            <a:ext cx="988610" cy="988610"/>
          </a:xfrm>
          <a:prstGeom prst="rect">
            <a:avLst/>
          </a:prstGeom>
        </p:spPr>
      </p:pic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4971382" y="3491678"/>
            <a:ext cx="6731926" cy="86518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3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972602" y="4517493"/>
            <a:ext cx="6731926" cy="833150"/>
          </a:xfrm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 dirty="0" smtClean="0"/>
              <a:t>Insérer un niveau de sous-titre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 dirty="0"/>
          </a:p>
        </p:txBody>
      </p:sp>
      <p:cxnSp>
        <p:nvCxnSpPr>
          <p:cNvPr id="14" name="Connecteur droit 13"/>
          <p:cNvCxnSpPr/>
          <p:nvPr/>
        </p:nvCxnSpPr>
        <p:spPr>
          <a:xfrm>
            <a:off x="5020227" y="4495270"/>
            <a:ext cx="668308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01" y="375360"/>
            <a:ext cx="5621956" cy="5621956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78" y="5997633"/>
            <a:ext cx="630942" cy="63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5961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618"/>
          <a:stretch/>
        </p:blipFill>
        <p:spPr>
          <a:xfrm>
            <a:off x="5194435" y="0"/>
            <a:ext cx="6995962" cy="6858000"/>
          </a:xfrm>
          <a:prstGeom prst="rect">
            <a:avLst/>
          </a:prstGeom>
        </p:spPr>
      </p:pic>
      <p:cxnSp>
        <p:nvCxnSpPr>
          <p:cNvPr id="10" name="Connecteur droit 9"/>
          <p:cNvCxnSpPr/>
          <p:nvPr/>
        </p:nvCxnSpPr>
        <p:spPr>
          <a:xfrm flipH="1">
            <a:off x="6644984" y="1528409"/>
            <a:ext cx="0" cy="386173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16455" y="1712640"/>
            <a:ext cx="2669950" cy="865186"/>
          </a:xfrm>
        </p:spPr>
        <p:txBody>
          <a:bodyPr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 dirty="0" smtClean="0"/>
              <a:t>Sommaire</a:t>
            </a:r>
            <a:endParaRPr lang="fr-FR" dirty="0"/>
          </a:p>
        </p:txBody>
      </p:sp>
      <p:sp>
        <p:nvSpPr>
          <p:cNvPr id="3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38" name="Connecteur droit 37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cxnSp>
        <p:nvCxnSpPr>
          <p:cNvPr id="34" name="Connecteur droit 33"/>
          <p:cNvCxnSpPr/>
          <p:nvPr/>
        </p:nvCxnSpPr>
        <p:spPr>
          <a:xfrm>
            <a:off x="11804650" y="6502400"/>
            <a:ext cx="92175" cy="139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lipse 38"/>
          <p:cNvSpPr/>
          <p:nvPr/>
        </p:nvSpPr>
        <p:spPr>
          <a:xfrm>
            <a:off x="6230984" y="2342329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Ellipse 39"/>
          <p:cNvSpPr/>
          <p:nvPr/>
        </p:nvSpPr>
        <p:spPr>
          <a:xfrm>
            <a:off x="6230984" y="3570249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Ellipse 40"/>
          <p:cNvSpPr/>
          <p:nvPr/>
        </p:nvSpPr>
        <p:spPr>
          <a:xfrm>
            <a:off x="6230984" y="4798170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Espace réservé du contenu 7"/>
          <p:cNvSpPr>
            <a:spLocks noGrp="1"/>
          </p:cNvSpPr>
          <p:nvPr>
            <p:ph sz="quarter" idx="26" hasCustomPrompt="1"/>
          </p:nvPr>
        </p:nvSpPr>
        <p:spPr>
          <a:xfrm>
            <a:off x="6251284" y="2469035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43" name="Ellipse 42"/>
          <p:cNvSpPr/>
          <p:nvPr/>
        </p:nvSpPr>
        <p:spPr>
          <a:xfrm>
            <a:off x="6230984" y="1114409"/>
            <a:ext cx="828000" cy="82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5" name="Espace réservé du contenu 7"/>
          <p:cNvSpPr>
            <a:spLocks noGrp="1"/>
          </p:cNvSpPr>
          <p:nvPr>
            <p:ph sz="quarter" idx="24" hasCustomPrompt="1"/>
          </p:nvPr>
        </p:nvSpPr>
        <p:spPr>
          <a:xfrm>
            <a:off x="6251284" y="1171001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57" name="Espace réservé du contenu 7"/>
          <p:cNvSpPr>
            <a:spLocks noGrp="1"/>
          </p:cNvSpPr>
          <p:nvPr>
            <p:ph sz="quarter" idx="27" hasCustomPrompt="1"/>
          </p:nvPr>
        </p:nvSpPr>
        <p:spPr>
          <a:xfrm>
            <a:off x="6251284" y="3703279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 smtClean="0"/>
              <a:t>3</a:t>
            </a:r>
          </a:p>
        </p:txBody>
      </p:sp>
      <p:sp>
        <p:nvSpPr>
          <p:cNvPr id="58" name="Espace réservé du contenu 7"/>
          <p:cNvSpPr>
            <a:spLocks noGrp="1"/>
          </p:cNvSpPr>
          <p:nvPr>
            <p:ph sz="quarter" idx="28" hasCustomPrompt="1"/>
          </p:nvPr>
        </p:nvSpPr>
        <p:spPr>
          <a:xfrm>
            <a:off x="6251284" y="4947879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 smtClean="0"/>
              <a:t>4</a:t>
            </a:r>
          </a:p>
        </p:txBody>
      </p:sp>
      <p:sp>
        <p:nvSpPr>
          <p:cNvPr id="59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7433365" y="11017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60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7433365" y="239926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61" name="Espace réservé du texte 14"/>
          <p:cNvSpPr>
            <a:spLocks noGrp="1"/>
          </p:cNvSpPr>
          <p:nvPr>
            <p:ph type="body" sz="quarter" idx="15" hasCustomPrompt="1"/>
          </p:nvPr>
        </p:nvSpPr>
        <p:spPr>
          <a:xfrm>
            <a:off x="7433365" y="3624250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65" name="Espace réservé du texte 14"/>
          <p:cNvSpPr>
            <a:spLocks noGrp="1"/>
          </p:cNvSpPr>
          <p:nvPr>
            <p:ph type="body" sz="quarter" idx="29" hasCustomPrompt="1"/>
          </p:nvPr>
        </p:nvSpPr>
        <p:spPr>
          <a:xfrm>
            <a:off x="7433365" y="4861240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3024902" y="1637401"/>
            <a:ext cx="876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 smtClean="0">
                <a:solidFill>
                  <a:srgbClr val="C00000"/>
                </a:solidFill>
              </a:rPr>
              <a:t>.</a:t>
            </a:r>
            <a:endParaRPr lang="fr-FR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116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45" name="Espace réservé du contenu 7"/>
          <p:cNvSpPr>
            <a:spLocks noGrp="1"/>
          </p:cNvSpPr>
          <p:nvPr>
            <p:ph sz="quarter" idx="27"/>
          </p:nvPr>
        </p:nvSpPr>
        <p:spPr>
          <a:xfrm>
            <a:off x="503302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4" name="Espace réservé du contenu 7"/>
          <p:cNvSpPr>
            <a:spLocks noGrp="1"/>
          </p:cNvSpPr>
          <p:nvPr>
            <p:ph sz="quarter" idx="26" hasCustomPrompt="1"/>
          </p:nvPr>
        </p:nvSpPr>
        <p:spPr>
          <a:xfrm>
            <a:off x="503302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 smtClean="0"/>
              <a:t>02</a:t>
            </a:r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 dirty="0" smtClean="0"/>
              <a:t>Sommaire</a:t>
            </a:r>
            <a:endParaRPr lang="fr-FR" dirty="0"/>
          </a:p>
        </p:txBody>
      </p:sp>
      <p:sp>
        <p:nvSpPr>
          <p:cNvPr id="22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1705684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23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1705683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24" name="Espace réservé du texte 14"/>
          <p:cNvSpPr>
            <a:spLocks noGrp="1"/>
          </p:cNvSpPr>
          <p:nvPr>
            <p:ph type="body" sz="quarter" idx="15" hasCustomPrompt="1"/>
          </p:nvPr>
        </p:nvSpPr>
        <p:spPr>
          <a:xfrm>
            <a:off x="1705683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9" hasCustomPrompt="1"/>
          </p:nvPr>
        </p:nvSpPr>
        <p:spPr>
          <a:xfrm>
            <a:off x="1705684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 smtClean="0"/>
              <a:t>Deuxième niveau</a:t>
            </a:r>
          </a:p>
        </p:txBody>
      </p:sp>
      <p:sp>
        <p:nvSpPr>
          <p:cNvPr id="30" name="Espace réservé du texte 5"/>
          <p:cNvSpPr>
            <a:spLocks noGrp="1"/>
          </p:cNvSpPr>
          <p:nvPr>
            <p:ph type="body" sz="quarter" idx="22" hasCustomPrompt="1"/>
          </p:nvPr>
        </p:nvSpPr>
        <p:spPr>
          <a:xfrm>
            <a:off x="1705684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 smtClean="0"/>
              <a:t>Deuxième niveau</a:t>
            </a:r>
          </a:p>
        </p:txBody>
      </p:sp>
      <p:sp>
        <p:nvSpPr>
          <p:cNvPr id="31" name="Espace réservé du texte 5"/>
          <p:cNvSpPr>
            <a:spLocks noGrp="1"/>
          </p:cNvSpPr>
          <p:nvPr>
            <p:ph type="body" sz="quarter" idx="23" hasCustomPrompt="1"/>
          </p:nvPr>
        </p:nvSpPr>
        <p:spPr>
          <a:xfrm>
            <a:off x="1705683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 smtClean="0"/>
              <a:t>Deuxième niveau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4" hasCustomPrompt="1"/>
          </p:nvPr>
        </p:nvSpPr>
        <p:spPr>
          <a:xfrm>
            <a:off x="503302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dirty="0" smtClean="0"/>
              <a:t>01</a:t>
            </a:r>
            <a:endParaRPr lang="fr-FR" dirty="0"/>
          </a:p>
        </p:txBody>
      </p:sp>
      <p:sp>
        <p:nvSpPr>
          <p:cNvPr id="46" name="Espace réservé du contenu 7"/>
          <p:cNvSpPr>
            <a:spLocks noGrp="1"/>
          </p:cNvSpPr>
          <p:nvPr>
            <p:ph sz="quarter" idx="28"/>
          </p:nvPr>
        </p:nvSpPr>
        <p:spPr>
          <a:xfrm>
            <a:off x="6534808" y="4588944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7" name="Espace réservé du contenu 7"/>
          <p:cNvSpPr>
            <a:spLocks noGrp="1"/>
          </p:cNvSpPr>
          <p:nvPr>
            <p:ph sz="quarter" idx="29"/>
          </p:nvPr>
        </p:nvSpPr>
        <p:spPr>
          <a:xfrm>
            <a:off x="6534808" y="3088900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8" name="Espace réservé du texte 14"/>
          <p:cNvSpPr>
            <a:spLocks noGrp="1"/>
          </p:cNvSpPr>
          <p:nvPr>
            <p:ph type="body" sz="quarter" idx="30" hasCustomPrompt="1"/>
          </p:nvPr>
        </p:nvSpPr>
        <p:spPr>
          <a:xfrm>
            <a:off x="7737190" y="1528409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49" name="Espace réservé du texte 14"/>
          <p:cNvSpPr>
            <a:spLocks noGrp="1"/>
          </p:cNvSpPr>
          <p:nvPr>
            <p:ph type="body" sz="quarter" idx="31" hasCustomPrompt="1"/>
          </p:nvPr>
        </p:nvSpPr>
        <p:spPr>
          <a:xfrm>
            <a:off x="7737189" y="3055707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50" name="Espace réservé du texte 14"/>
          <p:cNvSpPr>
            <a:spLocks noGrp="1"/>
          </p:cNvSpPr>
          <p:nvPr>
            <p:ph type="body" sz="quarter" idx="32" hasCustomPrompt="1"/>
          </p:nvPr>
        </p:nvSpPr>
        <p:spPr>
          <a:xfrm>
            <a:off x="7737189" y="4581732"/>
            <a:ext cx="2536699" cy="709443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buFont typeface="Browallia New" panose="020B0604020202020204" pitchFamily="34" charset="-34"/>
              <a:buChar char="›"/>
              <a:defRPr sz="1600"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defRPr sz="1400"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buFont typeface="Calibri" panose="020F0502020204030204" pitchFamily="34" charset="0"/>
              <a:buChar char="−"/>
              <a:defRPr sz="1400"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51" name="Espace réservé du texte 5"/>
          <p:cNvSpPr>
            <a:spLocks noGrp="1"/>
          </p:cNvSpPr>
          <p:nvPr>
            <p:ph type="body" sz="quarter" idx="33" hasCustomPrompt="1"/>
          </p:nvPr>
        </p:nvSpPr>
        <p:spPr>
          <a:xfrm>
            <a:off x="7737190" y="2268682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 smtClean="0"/>
              <a:t>Deuxième niveau</a:t>
            </a:r>
          </a:p>
        </p:txBody>
      </p:sp>
      <p:sp>
        <p:nvSpPr>
          <p:cNvPr id="52" name="Espace réservé du texte 5"/>
          <p:cNvSpPr>
            <a:spLocks noGrp="1"/>
          </p:cNvSpPr>
          <p:nvPr>
            <p:ph type="body" sz="quarter" idx="34" hasCustomPrompt="1"/>
          </p:nvPr>
        </p:nvSpPr>
        <p:spPr>
          <a:xfrm>
            <a:off x="7737190" y="3779607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 smtClean="0"/>
              <a:t>Deuxième niveau</a:t>
            </a:r>
          </a:p>
        </p:txBody>
      </p:sp>
      <p:sp>
        <p:nvSpPr>
          <p:cNvPr id="53" name="Espace réservé du texte 5"/>
          <p:cNvSpPr>
            <a:spLocks noGrp="1"/>
          </p:cNvSpPr>
          <p:nvPr>
            <p:ph type="body" sz="quarter" idx="35" hasCustomPrompt="1"/>
          </p:nvPr>
        </p:nvSpPr>
        <p:spPr>
          <a:xfrm>
            <a:off x="7737189" y="5304078"/>
            <a:ext cx="3908301" cy="644184"/>
          </a:xfrm>
        </p:spPr>
        <p:txBody>
          <a:bodyPr anchor="ctr"/>
          <a:lstStyle>
            <a:lvl1pPr marL="285750" indent="-285750">
              <a:buFont typeface="Segoe UI" panose="020B0502040204020203" pitchFamily="34" charset="0"/>
              <a:buChar char="›"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 smtClean="0"/>
              <a:t>Deuxième niveau</a:t>
            </a:r>
          </a:p>
        </p:txBody>
      </p:sp>
      <p:sp>
        <p:nvSpPr>
          <p:cNvPr id="54" name="Espace réservé du contenu 7"/>
          <p:cNvSpPr>
            <a:spLocks noGrp="1"/>
          </p:cNvSpPr>
          <p:nvPr>
            <p:ph sz="quarter" idx="36"/>
          </p:nvPr>
        </p:nvSpPr>
        <p:spPr>
          <a:xfrm>
            <a:off x="6534808" y="1599466"/>
            <a:ext cx="787400" cy="569913"/>
          </a:xfrm>
        </p:spPr>
        <p:txBody>
          <a:bodyPr/>
          <a:lstStyle>
            <a:lvl1pPr marL="0" indent="0" algn="ctr">
              <a:buNone/>
              <a:defRPr sz="3600">
                <a:latin typeface="+mj-lt"/>
              </a:defRPr>
            </a:lvl1pPr>
            <a:lvl2pPr marL="269875" indent="0">
              <a:buNone/>
              <a:defRPr sz="5000">
                <a:latin typeface="+mj-lt"/>
              </a:defRPr>
            </a:lvl2pPr>
            <a:lvl3pPr marL="577850" indent="0">
              <a:buNone/>
              <a:defRPr sz="5000"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 sz="5000"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 sz="5000">
                <a:latin typeface="+mj-lt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32" name="Connecteur droit 31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3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37" name="Connecteur droit 36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1607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age de Titr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05" b="25811"/>
          <a:stretch/>
        </p:blipFill>
        <p:spPr>
          <a:xfrm>
            <a:off x="0" y="467617"/>
            <a:ext cx="9493245" cy="6390383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3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 1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5521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age de Titr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935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4" t="3829" b="13779"/>
          <a:stretch/>
        </p:blipFill>
        <p:spPr>
          <a:xfrm>
            <a:off x="-9525" y="0"/>
            <a:ext cx="9775694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32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817" y="0"/>
            <a:ext cx="88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459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1251" y="0"/>
            <a:ext cx="3530412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819795" y="3909218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819795" y="4774405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946692" y="4774405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569" y="1719879"/>
            <a:ext cx="3219282" cy="321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567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87"/>
          <a:stretch/>
        </p:blipFill>
        <p:spPr>
          <a:xfrm>
            <a:off x="195852" y="0"/>
            <a:ext cx="3428498" cy="6858000"/>
          </a:xfrm>
          <a:prstGeom prst="rect">
            <a:avLst/>
          </a:prstGeom>
        </p:spPr>
      </p:pic>
      <p:sp>
        <p:nvSpPr>
          <p:cNvPr id="1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2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1813357" y="2067004"/>
            <a:ext cx="203213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600" dirty="0" smtClean="0">
                <a:solidFill>
                  <a:schemeClr val="accent5"/>
                </a:solidFill>
                <a:latin typeface="+mn-lt"/>
              </a:rPr>
              <a:t>.</a:t>
            </a:r>
            <a:endParaRPr lang="fr-FR" sz="1400" dirty="0">
              <a:solidFill>
                <a:schemeClr val="accent5"/>
              </a:solidFill>
              <a:latin typeface="+mn-lt"/>
            </a:endParaRPr>
          </a:p>
        </p:txBody>
      </p:sp>
      <p:sp>
        <p:nvSpPr>
          <p:cNvPr id="11" name="Espace réservé du pied de page 3"/>
          <p:cNvSpPr txBox="1">
            <a:spLocks/>
          </p:cNvSpPr>
          <p:nvPr/>
        </p:nvSpPr>
        <p:spPr>
          <a:xfrm>
            <a:off x="357050" y="2603863"/>
            <a:ext cx="1628503" cy="2110019"/>
          </a:xfrm>
          <a:prstGeom prst="rect">
            <a:avLst/>
          </a:prstGeom>
        </p:spPr>
        <p:txBody>
          <a:bodyPr tIns="108000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20" name="Espace réservé du texte 19"/>
          <p:cNvSpPr>
            <a:spLocks noGrp="1"/>
          </p:cNvSpPr>
          <p:nvPr>
            <p:ph type="body" sz="quarter" idx="10" hasCustomPrompt="1"/>
          </p:nvPr>
        </p:nvSpPr>
        <p:spPr>
          <a:xfrm>
            <a:off x="1086282" y="2024158"/>
            <a:ext cx="1454150" cy="2681288"/>
          </a:xfrm>
        </p:spPr>
        <p:txBody>
          <a:bodyPr/>
          <a:lstStyle>
            <a:lvl1pPr marL="0" indent="0">
              <a:buNone/>
              <a:defRPr sz="16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smtClean="0"/>
              <a:t>1</a:t>
            </a:r>
            <a:endParaRPr lang="fr-FR" dirty="0"/>
          </a:p>
        </p:txBody>
      </p:sp>
      <p:cxnSp>
        <p:nvCxnSpPr>
          <p:cNvPr id="23" name="Connecteur droit 22"/>
          <p:cNvCxnSpPr/>
          <p:nvPr/>
        </p:nvCxnSpPr>
        <p:spPr>
          <a:xfrm>
            <a:off x="4361978" y="3776223"/>
            <a:ext cx="673045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re 1"/>
          <p:cNvSpPr>
            <a:spLocks noGrp="1"/>
          </p:cNvSpPr>
          <p:nvPr>
            <p:ph type="title"/>
          </p:nvPr>
        </p:nvSpPr>
        <p:spPr>
          <a:xfrm>
            <a:off x="4235081" y="2911036"/>
            <a:ext cx="6716792" cy="865186"/>
          </a:xfrm>
        </p:spPr>
        <p:txBody>
          <a:bodyPr/>
          <a:lstStyle>
            <a:lvl1pPr>
              <a:defRPr sz="4800">
                <a:solidFill>
                  <a:srgbClr val="003057"/>
                </a:solidFill>
                <a:latin typeface="+mj-lt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1"/>
          </p:nvPr>
        </p:nvSpPr>
        <p:spPr>
          <a:xfrm>
            <a:off x="4235081" y="3776223"/>
            <a:ext cx="6716792" cy="1128170"/>
          </a:xfrm>
        </p:spPr>
        <p:txBody>
          <a:bodyPr/>
          <a:lstStyle>
            <a:lvl1pPr marL="0" indent="0">
              <a:buNone/>
              <a:defRPr sz="2800">
                <a:solidFill>
                  <a:srgbClr val="002060"/>
                </a:solidFill>
                <a:latin typeface="+mn-lt"/>
              </a:defRPr>
            </a:lvl1pPr>
            <a:lvl2pPr marL="269875" indent="0">
              <a:buNone/>
              <a:defRPr sz="2000">
                <a:solidFill>
                  <a:schemeClr val="bg1"/>
                </a:solidFill>
                <a:latin typeface="+mn-lt"/>
              </a:defRPr>
            </a:lvl2pPr>
            <a:lvl3pPr>
              <a:defRPr sz="1800">
                <a:solidFill>
                  <a:schemeClr val="bg1"/>
                </a:solidFill>
                <a:latin typeface="+mn-lt"/>
              </a:defRPr>
            </a:lvl3pPr>
            <a:lvl4pPr>
              <a:defRPr sz="180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791421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9630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3475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27382" y="1568450"/>
            <a:ext cx="11137237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</p:txBody>
      </p: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3812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682"/>
          <a:stretch/>
        </p:blipFill>
        <p:spPr>
          <a:xfrm>
            <a:off x="0" y="0"/>
            <a:ext cx="4671753" cy="685800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17341" y="187550"/>
            <a:ext cx="6647610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026429" y="1139602"/>
            <a:ext cx="6638190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5026429" y="1568450"/>
            <a:ext cx="6638190" cy="4467225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1165225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sz="14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</p:txBody>
      </p: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Espace réservé pour une image  9"/>
          <p:cNvSpPr>
            <a:spLocks noGrp="1"/>
          </p:cNvSpPr>
          <p:nvPr>
            <p:ph type="pic" sz="quarter" idx="17" hasCustomPrompt="1"/>
          </p:nvPr>
        </p:nvSpPr>
        <p:spPr>
          <a:xfrm>
            <a:off x="1286471" y="2014750"/>
            <a:ext cx="2098811" cy="2108363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108" i="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a picture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8" hasCustomPrompt="1"/>
          </p:nvPr>
        </p:nvSpPr>
        <p:spPr>
          <a:xfrm>
            <a:off x="964276" y="4340178"/>
            <a:ext cx="2743200" cy="365125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 smtClean="0"/>
              <a:t>Insérer une légende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42571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à coins arrondis 2"/>
          <p:cNvSpPr/>
          <p:nvPr/>
        </p:nvSpPr>
        <p:spPr>
          <a:xfrm>
            <a:off x="761152" y="1380584"/>
            <a:ext cx="3219797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à coins arrondis 9"/>
          <p:cNvSpPr/>
          <p:nvPr/>
        </p:nvSpPr>
        <p:spPr>
          <a:xfrm>
            <a:off x="4486102" y="1412468"/>
            <a:ext cx="3219797" cy="4663103"/>
          </a:xfrm>
          <a:prstGeom prst="roundRect">
            <a:avLst>
              <a:gd name="adj" fmla="val 1878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/>
          </a:p>
        </p:txBody>
      </p:sp>
      <p:sp>
        <p:nvSpPr>
          <p:cNvPr id="11" name="Rectangle à coins arrondis 10"/>
          <p:cNvSpPr/>
          <p:nvPr/>
        </p:nvSpPr>
        <p:spPr>
          <a:xfrm>
            <a:off x="8211052" y="1412468"/>
            <a:ext cx="3219797" cy="4663103"/>
          </a:xfrm>
          <a:prstGeom prst="roundRect">
            <a:avLst>
              <a:gd name="adj" fmla="val 1681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69841" b="43898"/>
          <a:stretch/>
        </p:blipFill>
        <p:spPr>
          <a:xfrm>
            <a:off x="761152" y="1383891"/>
            <a:ext cx="3217876" cy="3042459"/>
          </a:xfrm>
          <a:prstGeom prst="round2SameRect">
            <a:avLst>
              <a:gd name="adj1" fmla="val 1640"/>
              <a:gd name="adj2" fmla="val 0"/>
            </a:avLst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50" t="5408" r="39564" b="43898"/>
          <a:stretch/>
        </p:blipFill>
        <p:spPr>
          <a:xfrm>
            <a:off x="4484181" y="1402941"/>
            <a:ext cx="3220486" cy="3042459"/>
          </a:xfrm>
          <a:prstGeom prst="round2SameRect">
            <a:avLst>
              <a:gd name="adj1" fmla="val 1825"/>
              <a:gd name="adj2" fmla="val 0"/>
            </a:avLst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75" t="5408" r="9332" b="43898"/>
          <a:stretch/>
        </p:blipFill>
        <p:spPr>
          <a:xfrm>
            <a:off x="8207899" y="1402941"/>
            <a:ext cx="3222101" cy="3042459"/>
          </a:xfrm>
          <a:prstGeom prst="round2SameRect">
            <a:avLst>
              <a:gd name="adj1" fmla="val 1825"/>
              <a:gd name="adj2" fmla="val 0"/>
            </a:avLst>
          </a:prstGeom>
        </p:spPr>
      </p:pic>
      <p:sp>
        <p:nvSpPr>
          <p:cNvPr id="27" name="Espace réservé du texte 26"/>
          <p:cNvSpPr>
            <a:spLocks noGrp="1"/>
          </p:cNvSpPr>
          <p:nvPr>
            <p:ph type="body" sz="quarter" idx="10" hasCustomPrompt="1"/>
          </p:nvPr>
        </p:nvSpPr>
        <p:spPr>
          <a:xfrm>
            <a:off x="905628" y="4603750"/>
            <a:ext cx="2980572" cy="37870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30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905628" y="5154002"/>
            <a:ext cx="2980572" cy="378701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31" name="Espace réservé du texte 26"/>
          <p:cNvSpPr>
            <a:spLocks noGrp="1"/>
          </p:cNvSpPr>
          <p:nvPr>
            <p:ph type="body" sz="quarter" idx="14" hasCustomPrompt="1"/>
          </p:nvPr>
        </p:nvSpPr>
        <p:spPr>
          <a:xfrm>
            <a:off x="4604138" y="4603750"/>
            <a:ext cx="2980572" cy="37870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32" name="Espace réservé du texte 26"/>
          <p:cNvSpPr>
            <a:spLocks noGrp="1"/>
          </p:cNvSpPr>
          <p:nvPr>
            <p:ph type="body" sz="quarter" idx="15" hasCustomPrompt="1"/>
          </p:nvPr>
        </p:nvSpPr>
        <p:spPr>
          <a:xfrm>
            <a:off x="4604138" y="5154002"/>
            <a:ext cx="2980572" cy="378701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33" name="Espace réservé du texte 26"/>
          <p:cNvSpPr>
            <a:spLocks noGrp="1"/>
          </p:cNvSpPr>
          <p:nvPr>
            <p:ph type="body" sz="quarter" idx="16" hasCustomPrompt="1"/>
          </p:nvPr>
        </p:nvSpPr>
        <p:spPr>
          <a:xfrm>
            <a:off x="8315578" y="4603750"/>
            <a:ext cx="2980572" cy="37870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34" name="Espace réservé du texte 26"/>
          <p:cNvSpPr>
            <a:spLocks noGrp="1"/>
          </p:cNvSpPr>
          <p:nvPr>
            <p:ph type="body" sz="quarter" idx="17" hasCustomPrompt="1"/>
          </p:nvPr>
        </p:nvSpPr>
        <p:spPr>
          <a:xfrm>
            <a:off x="8315578" y="5154002"/>
            <a:ext cx="2980572" cy="378701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36463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à coins arrondis 2"/>
          <p:cNvSpPr/>
          <p:nvPr/>
        </p:nvSpPr>
        <p:spPr>
          <a:xfrm>
            <a:off x="632231" y="1369034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33191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30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778454" y="2189022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22" name="Espace réservé du texte 26"/>
          <p:cNvSpPr>
            <a:spLocks noGrp="1"/>
          </p:cNvSpPr>
          <p:nvPr>
            <p:ph type="body" sz="quarter" idx="18" hasCustomPrompt="1"/>
          </p:nvPr>
        </p:nvSpPr>
        <p:spPr>
          <a:xfrm>
            <a:off x="743529" y="1450588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41" name="Rectangle à coins arrondis 40"/>
          <p:cNvSpPr/>
          <p:nvPr/>
        </p:nvSpPr>
        <p:spPr>
          <a:xfrm>
            <a:off x="3408376" y="1369034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4" name="Image 2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3409336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43" name="Espace réservé du texte 26"/>
          <p:cNvSpPr>
            <a:spLocks noGrp="1"/>
          </p:cNvSpPr>
          <p:nvPr>
            <p:ph type="body" sz="quarter" idx="19" hasCustomPrompt="1"/>
          </p:nvPr>
        </p:nvSpPr>
        <p:spPr>
          <a:xfrm>
            <a:off x="3554599" y="2189022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44" name="Espace réservé du texte 26"/>
          <p:cNvSpPr>
            <a:spLocks noGrp="1"/>
          </p:cNvSpPr>
          <p:nvPr>
            <p:ph type="body" sz="quarter" idx="20" hasCustomPrompt="1"/>
          </p:nvPr>
        </p:nvSpPr>
        <p:spPr>
          <a:xfrm>
            <a:off x="3519674" y="1450588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45" name="Rectangle à coins arrondis 44"/>
          <p:cNvSpPr/>
          <p:nvPr/>
        </p:nvSpPr>
        <p:spPr>
          <a:xfrm>
            <a:off x="6184521" y="1366877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185481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47" name="Espace réservé du texte 26"/>
          <p:cNvSpPr>
            <a:spLocks noGrp="1"/>
          </p:cNvSpPr>
          <p:nvPr>
            <p:ph type="body" sz="quarter" idx="21" hasCustomPrompt="1"/>
          </p:nvPr>
        </p:nvSpPr>
        <p:spPr>
          <a:xfrm>
            <a:off x="6330744" y="2186865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48" name="Espace réservé du texte 26"/>
          <p:cNvSpPr>
            <a:spLocks noGrp="1"/>
          </p:cNvSpPr>
          <p:nvPr>
            <p:ph type="body" sz="quarter" idx="22" hasCustomPrompt="1"/>
          </p:nvPr>
        </p:nvSpPr>
        <p:spPr>
          <a:xfrm>
            <a:off x="6295819" y="1448431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49" name="Rectangle à coins arrondis 48"/>
          <p:cNvSpPr/>
          <p:nvPr/>
        </p:nvSpPr>
        <p:spPr>
          <a:xfrm>
            <a:off x="8960186" y="1366877"/>
            <a:ext cx="263801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8961146" y="1359921"/>
            <a:ext cx="263609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51" name="Espace réservé du texte 26"/>
          <p:cNvSpPr>
            <a:spLocks noGrp="1"/>
          </p:cNvSpPr>
          <p:nvPr>
            <p:ph type="body" sz="quarter" idx="23" hasCustomPrompt="1"/>
          </p:nvPr>
        </p:nvSpPr>
        <p:spPr>
          <a:xfrm>
            <a:off x="9106409" y="2186865"/>
            <a:ext cx="2345572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52" name="Espace réservé du texte 26"/>
          <p:cNvSpPr>
            <a:spLocks noGrp="1"/>
          </p:cNvSpPr>
          <p:nvPr>
            <p:ph type="body" sz="quarter" idx="24" hasCustomPrompt="1"/>
          </p:nvPr>
        </p:nvSpPr>
        <p:spPr>
          <a:xfrm>
            <a:off x="9071484" y="1448431"/>
            <a:ext cx="2415422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16367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à coins arrondis 19"/>
          <p:cNvSpPr/>
          <p:nvPr/>
        </p:nvSpPr>
        <p:spPr>
          <a:xfrm>
            <a:off x="632231" y="1369034"/>
            <a:ext cx="335556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31009" y="1359921"/>
            <a:ext cx="3355569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23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818228" y="2189022"/>
            <a:ext cx="2983575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24" name="Espace réservé du texte 26"/>
          <p:cNvSpPr>
            <a:spLocks noGrp="1"/>
          </p:cNvSpPr>
          <p:nvPr>
            <p:ph type="body" sz="quarter" idx="18" hasCustomPrompt="1"/>
          </p:nvPr>
        </p:nvSpPr>
        <p:spPr>
          <a:xfrm>
            <a:off x="773803" y="1450588"/>
            <a:ext cx="3072425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25" name="Rectangle à coins arrondis 24"/>
          <p:cNvSpPr/>
          <p:nvPr/>
        </p:nvSpPr>
        <p:spPr>
          <a:xfrm>
            <a:off x="4418216" y="1378147"/>
            <a:ext cx="335556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4420659" y="1359920"/>
            <a:ext cx="3353126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27" name="Espace réservé du texte 26"/>
          <p:cNvSpPr>
            <a:spLocks noGrp="1"/>
          </p:cNvSpPr>
          <p:nvPr>
            <p:ph type="body" sz="quarter" idx="19" hasCustomPrompt="1"/>
          </p:nvPr>
        </p:nvSpPr>
        <p:spPr>
          <a:xfrm>
            <a:off x="4604213" y="2198135"/>
            <a:ext cx="2983575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28" name="Espace réservé du texte 26"/>
          <p:cNvSpPr>
            <a:spLocks noGrp="1"/>
          </p:cNvSpPr>
          <p:nvPr>
            <p:ph type="body" sz="quarter" idx="20" hasCustomPrompt="1"/>
          </p:nvPr>
        </p:nvSpPr>
        <p:spPr>
          <a:xfrm>
            <a:off x="4559787" y="1459698"/>
            <a:ext cx="3072425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29" name="Rectangle à coins arrondis 28"/>
          <p:cNvSpPr/>
          <p:nvPr/>
        </p:nvSpPr>
        <p:spPr>
          <a:xfrm>
            <a:off x="8204201" y="1378147"/>
            <a:ext cx="3355569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8205422" y="1369034"/>
            <a:ext cx="3353126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32" name="Espace réservé du texte 26"/>
          <p:cNvSpPr>
            <a:spLocks noGrp="1"/>
          </p:cNvSpPr>
          <p:nvPr>
            <p:ph type="body" sz="quarter" idx="21" hasCustomPrompt="1"/>
          </p:nvPr>
        </p:nvSpPr>
        <p:spPr>
          <a:xfrm>
            <a:off x="8390198" y="2198135"/>
            <a:ext cx="2983575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33" name="Espace réservé du texte 26"/>
          <p:cNvSpPr>
            <a:spLocks noGrp="1"/>
          </p:cNvSpPr>
          <p:nvPr>
            <p:ph type="body" sz="quarter" idx="22" hasCustomPrompt="1"/>
          </p:nvPr>
        </p:nvSpPr>
        <p:spPr>
          <a:xfrm>
            <a:off x="8345773" y="1459701"/>
            <a:ext cx="3072425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510097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910" y="187550"/>
            <a:ext cx="11153041" cy="86518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à coins arrondis 17"/>
          <p:cNvSpPr/>
          <p:nvPr/>
        </p:nvSpPr>
        <p:spPr>
          <a:xfrm>
            <a:off x="632231" y="1369034"/>
            <a:ext cx="5125718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29997" y="1359921"/>
            <a:ext cx="512571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25" name="Espace réservé du texte 26"/>
          <p:cNvSpPr>
            <a:spLocks noGrp="1"/>
          </p:cNvSpPr>
          <p:nvPr>
            <p:ph type="body" sz="quarter" idx="13" hasCustomPrompt="1"/>
          </p:nvPr>
        </p:nvSpPr>
        <p:spPr>
          <a:xfrm>
            <a:off x="818228" y="2189022"/>
            <a:ext cx="4557487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26" name="Espace réservé du texte 26"/>
          <p:cNvSpPr>
            <a:spLocks noGrp="1"/>
          </p:cNvSpPr>
          <p:nvPr>
            <p:ph type="body" sz="quarter" idx="18" hasCustomPrompt="1"/>
          </p:nvPr>
        </p:nvSpPr>
        <p:spPr>
          <a:xfrm>
            <a:off x="773802" y="1450588"/>
            <a:ext cx="4693209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  <p:sp>
        <p:nvSpPr>
          <p:cNvPr id="33" name="Rectangle à coins arrondis 32"/>
          <p:cNvSpPr/>
          <p:nvPr/>
        </p:nvSpPr>
        <p:spPr>
          <a:xfrm>
            <a:off x="6426149" y="1369034"/>
            <a:ext cx="5125718" cy="4663103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>
            <a:noFill/>
          </a:ln>
          <a:effectLst>
            <a:outerShdw blurRad="88900" sx="102000" sy="102000" algn="ctr" rotWithShape="0">
              <a:schemeClr val="bg2">
                <a:lumMod val="25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r="75294" b="84957"/>
          <a:stretch/>
        </p:blipFill>
        <p:spPr>
          <a:xfrm>
            <a:off x="6423915" y="1359921"/>
            <a:ext cx="5125718" cy="578259"/>
          </a:xfrm>
          <a:prstGeom prst="round2SameRect">
            <a:avLst>
              <a:gd name="adj1" fmla="val 6307"/>
              <a:gd name="adj2" fmla="val 0"/>
            </a:avLst>
          </a:prstGeom>
        </p:spPr>
      </p:pic>
      <p:sp>
        <p:nvSpPr>
          <p:cNvPr id="35" name="Espace réservé du texte 26"/>
          <p:cNvSpPr>
            <a:spLocks noGrp="1"/>
          </p:cNvSpPr>
          <p:nvPr>
            <p:ph type="body" sz="quarter" idx="19" hasCustomPrompt="1"/>
          </p:nvPr>
        </p:nvSpPr>
        <p:spPr>
          <a:xfrm>
            <a:off x="6612146" y="2189022"/>
            <a:ext cx="4557487" cy="3343682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fr-FR" dirty="0" smtClean="0"/>
              <a:t>Insérer du texte</a:t>
            </a:r>
            <a:endParaRPr lang="fr-FR" dirty="0"/>
          </a:p>
        </p:txBody>
      </p:sp>
      <p:sp>
        <p:nvSpPr>
          <p:cNvPr id="36" name="Espace réservé du texte 26"/>
          <p:cNvSpPr>
            <a:spLocks noGrp="1"/>
          </p:cNvSpPr>
          <p:nvPr>
            <p:ph type="body" sz="quarter" idx="20" hasCustomPrompt="1"/>
          </p:nvPr>
        </p:nvSpPr>
        <p:spPr>
          <a:xfrm>
            <a:off x="6567720" y="1450588"/>
            <a:ext cx="4693209" cy="378701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 smtClean="0"/>
              <a:t>Sous-titre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06524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 -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14" b="36992"/>
          <a:stretch/>
        </p:blipFill>
        <p:spPr>
          <a:xfrm>
            <a:off x="4108285" y="1314847"/>
            <a:ext cx="8083715" cy="554315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511908" y="1563976"/>
            <a:ext cx="5488843" cy="4450774"/>
          </a:xfrm>
        </p:spPr>
        <p:txBody>
          <a:bodyPr/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444500" indent="-174625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sz="16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806450" indent="-2286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981075" indent="-241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−"/>
              <a:defRPr sz="14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1250950" indent="-228600">
              <a:buFont typeface="Calibri" panose="020F0502020204030204" pitchFamily="34" charset="0"/>
              <a:buChar char="−"/>
              <a:defRPr sz="20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11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6183924" y="6015038"/>
            <a:ext cx="5480695" cy="366935"/>
          </a:xfrm>
        </p:spPr>
        <p:txBody>
          <a:bodyPr/>
          <a:lstStyle>
            <a:lvl1pPr marL="0" indent="0" algn="r">
              <a:buNone/>
              <a:defRPr sz="1200" i="1"/>
            </a:lvl1pPr>
            <a:lvl2pPr>
              <a:defRPr sz="1400" i="1"/>
            </a:lvl2pPr>
            <a:lvl3pPr>
              <a:defRPr sz="1200" i="1"/>
            </a:lvl3pPr>
            <a:lvl4pPr>
              <a:buFont typeface="Arial" panose="020B0604020202020204" pitchFamily="34" charset="0"/>
              <a:buChar char="•"/>
              <a:defRPr sz="1200" i="1"/>
            </a:lvl4pPr>
            <a:lvl5pPr marL="2114550" indent="-285750">
              <a:buFont typeface="Arial" panose="020B0604020202020204" pitchFamily="34" charset="0"/>
              <a:buChar char="•"/>
              <a:defRPr sz="1800" i="1"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6"/>
          </p:nvPr>
        </p:nvSpPr>
        <p:spPr>
          <a:xfrm>
            <a:off x="6183313" y="1563688"/>
            <a:ext cx="5481306" cy="445135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lang="fr-FR" dirty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</p:txBody>
      </p:sp>
      <p:cxnSp>
        <p:nvCxnSpPr>
          <p:cNvPr id="14" name="Connecteur droit 13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20" name="Connecteur droit 19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0181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oom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527382" y="1307805"/>
            <a:ext cx="685468" cy="1541055"/>
          </a:xfrm>
          <a:solidFill>
            <a:schemeClr val="tx1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527382" y="2966807"/>
            <a:ext cx="685468" cy="1541055"/>
          </a:xfrm>
          <a:solidFill>
            <a:schemeClr val="accent2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texte 3"/>
          <p:cNvSpPr>
            <a:spLocks noGrp="1"/>
          </p:cNvSpPr>
          <p:nvPr>
            <p:ph type="body" sz="quarter" idx="12"/>
          </p:nvPr>
        </p:nvSpPr>
        <p:spPr>
          <a:xfrm>
            <a:off x="527381" y="4615189"/>
            <a:ext cx="685468" cy="1541055"/>
          </a:xfrm>
          <a:solidFill>
            <a:srgbClr val="C00000"/>
          </a:solidFill>
        </p:spPr>
        <p:txBody>
          <a:bodyPr vert="vert270" anchor="ctr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269875" indent="0">
              <a:buNone/>
              <a:defRPr>
                <a:latin typeface="+mj-lt"/>
              </a:defRPr>
            </a:lvl2pPr>
            <a:lvl3pPr marL="577850" indent="0">
              <a:buNone/>
              <a:defRPr>
                <a:latin typeface="+mj-lt"/>
              </a:defRPr>
            </a:lvl3pPr>
            <a:lvl4pPr marL="739775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3"/>
          </p:nvPr>
        </p:nvSpPr>
        <p:spPr>
          <a:xfrm>
            <a:off x="1541721" y="1307806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4" name="Espace réservé du texte 12"/>
          <p:cNvSpPr>
            <a:spLocks noGrp="1"/>
          </p:cNvSpPr>
          <p:nvPr>
            <p:ph type="body" sz="quarter" idx="14"/>
          </p:nvPr>
        </p:nvSpPr>
        <p:spPr>
          <a:xfrm>
            <a:off x="1541390" y="2966808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5" name="Espace réservé du texte 12"/>
          <p:cNvSpPr>
            <a:spLocks noGrp="1"/>
          </p:cNvSpPr>
          <p:nvPr>
            <p:ph type="body" sz="quarter" idx="15"/>
          </p:nvPr>
        </p:nvSpPr>
        <p:spPr>
          <a:xfrm>
            <a:off x="1541390" y="4615189"/>
            <a:ext cx="10123229" cy="15410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1352" y="2848860"/>
            <a:ext cx="11124000" cy="1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rtlCol="0" anchor="ctr"/>
          <a:lstStyle/>
          <a:p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riangle isocèle 21"/>
          <p:cNvSpPr/>
          <p:nvPr/>
        </p:nvSpPr>
        <p:spPr>
          <a:xfrm flipV="1">
            <a:off x="1827803" y="2832685"/>
            <a:ext cx="623677" cy="78124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539342" y="4508916"/>
            <a:ext cx="11124000" cy="10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Ins="432000" rtlCol="0" anchor="ctr"/>
          <a:lstStyle/>
          <a:p>
            <a:endParaRPr lang="fr-FR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riangle isocèle 21"/>
          <p:cNvSpPr/>
          <p:nvPr/>
        </p:nvSpPr>
        <p:spPr>
          <a:xfrm flipV="1">
            <a:off x="1825793" y="4492741"/>
            <a:ext cx="623677" cy="78124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droit 20"/>
          <p:cNvCxnSpPr/>
          <p:nvPr/>
        </p:nvCxnSpPr>
        <p:spPr>
          <a:xfrm>
            <a:off x="527382" y="1139602"/>
            <a:ext cx="11137237" cy="0"/>
          </a:xfrm>
          <a:prstGeom prst="line">
            <a:avLst/>
          </a:prstGeom>
          <a:ln w="1905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27" name="Connecteur droit 26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2502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96150" y="6435303"/>
            <a:ext cx="65455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194408" y="6435303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smtClean="0"/>
              <a:t>2024 | ©HeadMind Partners</a:t>
            </a:r>
            <a:endParaRPr lang="fr-FR" dirty="0"/>
          </a:p>
        </p:txBody>
      </p:sp>
      <p:cxnSp>
        <p:nvCxnSpPr>
          <p:cNvPr id="9" name="Connecteur droit 8"/>
          <p:cNvCxnSpPr/>
          <p:nvPr/>
        </p:nvCxnSpPr>
        <p:spPr>
          <a:xfrm>
            <a:off x="11804650" y="6502400"/>
            <a:ext cx="146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273844" y="6505575"/>
            <a:ext cx="28122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7341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511910" y="188640"/>
            <a:ext cx="11153041" cy="865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36000" rIns="91440" bIns="360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 smtClean="0"/>
              <a:t>Cliquez pour modifier le style du titre</a:t>
            </a:r>
          </a:p>
        </p:txBody>
      </p:sp>
      <p:sp>
        <p:nvSpPr>
          <p:cNvPr id="205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511910" y="1563978"/>
            <a:ext cx="11153041" cy="445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5750" lvl="0" indent="-285750" algn="l" rtl="0" fontAlgn="base">
              <a:spcBef>
                <a:spcPct val="20000"/>
              </a:spcBef>
              <a:spcAft>
                <a:spcPct val="0"/>
              </a:spcAft>
            </a:pPr>
            <a:r>
              <a:rPr lang="fr-FR" dirty="0" smtClean="0"/>
              <a:t>Cliquez pour modifier les styles du texte du masque</a:t>
            </a:r>
          </a:p>
          <a:p>
            <a:pPr marL="444500" lvl="1" indent="-174625" algn="l" rtl="0" fontAlgn="base">
              <a:spcBef>
                <a:spcPct val="20000"/>
              </a:spcBef>
              <a:spcAft>
                <a:spcPct val="0"/>
              </a:spcAft>
              <a:buFont typeface="Browallia New" panose="020B0604020202020204" pitchFamily="34" charset="-34"/>
              <a:buChar char="›"/>
            </a:pPr>
            <a:r>
              <a:rPr lang="fr-FR" dirty="0" smtClean="0"/>
              <a:t>Deuxième niveau</a:t>
            </a:r>
          </a:p>
          <a:p>
            <a:pPr marL="806450" lvl="2" indent="-228600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</a:pPr>
            <a:r>
              <a:rPr lang="fr-FR" dirty="0" smtClean="0"/>
              <a:t>Troisième niveau</a:t>
            </a:r>
          </a:p>
          <a:p>
            <a:pPr marL="981075" lvl="3" indent="-241300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−"/>
            </a:pPr>
            <a:r>
              <a:rPr lang="fr-FR" dirty="0" smtClean="0"/>
              <a:t>Quatrième niveau</a:t>
            </a:r>
          </a:p>
        </p:txBody>
      </p:sp>
      <p:sp>
        <p:nvSpPr>
          <p:cNvPr id="5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11248525" y="6406728"/>
            <a:ext cx="720000" cy="365125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511908" y="6406728"/>
            <a:ext cx="5672016" cy="365125"/>
          </a:xfrm>
          <a:prstGeom prst="rect">
            <a:avLst/>
          </a:prstGeom>
        </p:spPr>
        <p:txBody>
          <a:bodyPr tIns="108000"/>
          <a:lstStyle>
            <a:lvl1pPr>
              <a:defRPr sz="1200">
                <a:solidFill>
                  <a:srgbClr val="002060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en-US" dirty="0" smtClean="0"/>
              <a:t>2024 | ©</a:t>
            </a:r>
            <a:r>
              <a:rPr lang="en-US" dirty="0" err="1" smtClean="0"/>
              <a:t>HeadMind</a:t>
            </a:r>
            <a:r>
              <a:rPr lang="en-US" dirty="0" smtClean="0"/>
              <a:t> Partners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453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19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21" r:id="rId18"/>
    <p:sldLayoutId id="2147483726" r:id="rId19"/>
    <p:sldLayoutId id="2147483731" r:id="rId20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0" i="0" kern="1200" baseline="0">
          <a:solidFill>
            <a:srgbClr val="273457"/>
          </a:solidFill>
          <a:latin typeface="Franklin Gothic Book" panose="020B0503020102020204" pitchFamily="34" charset="0"/>
          <a:ea typeface="+mj-ea"/>
          <a:cs typeface="Franklin Gothic Book" panose="020B05030201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285750" indent="-28575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fr-FR" sz="18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12775" indent="-34290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Browallia New" panose="020B0604020202020204" pitchFamily="34" charset="-34"/>
        <a:buChar char="›"/>
        <a:defRPr lang="fr-FR" sz="16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920750" indent="-34290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Calibri" panose="020F0502020204030204" pitchFamily="34" charset="0"/>
        <a:buChar char="»"/>
        <a:defRPr lang="fr-FR" sz="14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025525" indent="-285750" algn="l" rtl="0" eaLnBrk="1" fontAlgn="base" hangingPunct="1">
        <a:lnSpc>
          <a:spcPct val="112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fr-FR" sz="14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usztinpaul/energy-forecasting/tree/main" TargetMode="Externa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 smtClean="0"/>
              <a:t>4- Building an End to End ML pipeline</a:t>
            </a:r>
            <a:endParaRPr lang="fr-FR" sz="280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9419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" y="2903286"/>
            <a:ext cx="12026900" cy="3897141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Reminder</a:t>
            </a:r>
            <a:r>
              <a:rPr lang="fr-FR" dirty="0"/>
              <a:t> of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ML pipeline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628982" y="1517650"/>
            <a:ext cx="11137237" cy="446722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Definition: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A </a:t>
            </a:r>
            <a:r>
              <a:rPr lang="en-US" dirty="0"/>
              <a:t>ML pipeline is a series of steps </a:t>
            </a:r>
            <a:r>
              <a:rPr lang="en-US" dirty="0" smtClean="0"/>
              <a:t>in order to serve a machine </a:t>
            </a:r>
            <a:r>
              <a:rPr lang="en-US" dirty="0"/>
              <a:t>learning </a:t>
            </a:r>
            <a:r>
              <a:rPr lang="en-US" dirty="0" smtClean="0"/>
              <a:t>model for inference. </a:t>
            </a:r>
            <a:r>
              <a:rPr lang="en-US" dirty="0"/>
              <a:t>It encompasses data acquisition, preprocessing, training, evaluation, and </a:t>
            </a:r>
            <a:r>
              <a:rPr lang="en-US" dirty="0" smtClean="0"/>
              <a:t>deployment.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00B050"/>
                </a:solidFill>
              </a:rPr>
              <a:t>In green the concepts seen in classes #1-2-3 /5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7030A0"/>
                </a:solidFill>
              </a:rPr>
              <a:t>In purple the concept for today class</a:t>
            </a:r>
            <a:endParaRPr lang="en-US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6235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https://data-ai.theodo.com/hubfs/Copy%20of%20dimension%20site%20%20(16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3264" y="-30262"/>
            <a:ext cx="2205686" cy="1148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Orchestrate</a:t>
            </a:r>
            <a:r>
              <a:rPr lang="fr-FR" dirty="0" smtClean="0"/>
              <a:t> a full ML pipeline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pic>
        <p:nvPicPr>
          <p:cNvPr id="2050" name="Picture 2" descr="How To Automate Data Pipelines With Apache Airflow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134" y="1543233"/>
            <a:ext cx="9584590" cy="4372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Kubeflow Data Science On Steroid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6107" y="195164"/>
            <a:ext cx="2248876" cy="857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/>
          <p:cNvSpPr txBox="1"/>
          <p:nvPr/>
        </p:nvSpPr>
        <p:spPr>
          <a:xfrm>
            <a:off x="7886700" y="1217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1296134" y="2794001"/>
            <a:ext cx="481865" cy="2793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194408" y="1899516"/>
            <a:ext cx="910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rgbClr val="FF0000"/>
                </a:solidFill>
              </a:rPr>
              <a:t>Pipeline </a:t>
            </a:r>
          </a:p>
          <a:p>
            <a:r>
              <a:rPr lang="fr-FR" sz="1400" dirty="0" smtClean="0">
                <a:solidFill>
                  <a:srgbClr val="FF0000"/>
                </a:solidFill>
              </a:rPr>
              <a:t>running</a:t>
            </a:r>
            <a:endParaRPr lang="fr-FR" sz="1400" dirty="0">
              <a:solidFill>
                <a:srgbClr val="FF0000"/>
              </a:solidFill>
            </a:endParaRPr>
          </a:p>
        </p:txBody>
      </p:sp>
      <p:cxnSp>
        <p:nvCxnSpPr>
          <p:cNvPr id="12" name="Connecteur droit avec flèche 11"/>
          <p:cNvCxnSpPr>
            <a:stCxn id="10" idx="2"/>
            <a:endCxn id="9" idx="1"/>
          </p:cNvCxnSpPr>
          <p:nvPr/>
        </p:nvCxnSpPr>
        <p:spPr>
          <a:xfrm>
            <a:off x="649654" y="2422736"/>
            <a:ext cx="646480" cy="5109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537066" y="4000500"/>
            <a:ext cx="4952634" cy="1155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/>
          <p:cNvSpPr txBox="1"/>
          <p:nvPr/>
        </p:nvSpPr>
        <p:spPr>
          <a:xfrm>
            <a:off x="33952" y="3450544"/>
            <a:ext cx="2524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rgbClr val="FF0000"/>
                </a:solidFill>
              </a:rPr>
              <a:t>Scripts </a:t>
            </a:r>
            <a:r>
              <a:rPr lang="fr-FR" sz="1400" dirty="0" err="1" smtClean="0">
                <a:solidFill>
                  <a:srgbClr val="FF0000"/>
                </a:solidFill>
              </a:rPr>
              <a:t>finished</a:t>
            </a:r>
            <a:r>
              <a:rPr lang="fr-FR" sz="1400" dirty="0" smtClean="0">
                <a:solidFill>
                  <a:srgbClr val="FF0000"/>
                </a:solidFill>
              </a:rPr>
              <a:t> </a:t>
            </a:r>
            <a:r>
              <a:rPr lang="fr-FR" sz="1400" dirty="0" err="1">
                <a:solidFill>
                  <a:srgbClr val="FF0000"/>
                </a:solidFill>
              </a:rPr>
              <a:t>successfuly</a:t>
            </a:r>
            <a:endParaRPr lang="fr-FR" sz="1400" dirty="0">
              <a:solidFill>
                <a:srgbClr val="FF0000"/>
              </a:solidFill>
            </a:endParaRPr>
          </a:p>
        </p:txBody>
      </p:sp>
      <p:cxnSp>
        <p:nvCxnSpPr>
          <p:cNvPr id="20" name="Connecteur droit avec flèche 19"/>
          <p:cNvCxnSpPr>
            <a:stCxn id="19" idx="2"/>
            <a:endCxn id="16" idx="0"/>
          </p:cNvCxnSpPr>
          <p:nvPr/>
        </p:nvCxnSpPr>
        <p:spPr>
          <a:xfrm>
            <a:off x="1296135" y="3758321"/>
            <a:ext cx="2717248" cy="2421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/>
          <p:cNvSpPr txBox="1"/>
          <p:nvPr/>
        </p:nvSpPr>
        <p:spPr>
          <a:xfrm>
            <a:off x="6392007" y="5492808"/>
            <a:ext cx="1359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rgbClr val="FF0000"/>
                </a:solidFill>
              </a:rPr>
              <a:t>Running script</a:t>
            </a:r>
            <a:endParaRPr lang="fr-FR" sz="1400" dirty="0">
              <a:solidFill>
                <a:srgbClr val="FF0000"/>
              </a:solidFill>
            </a:endParaRPr>
          </a:p>
        </p:txBody>
      </p:sp>
      <p:cxnSp>
        <p:nvCxnSpPr>
          <p:cNvPr id="29" name="Connecteur droit avec flèche 28"/>
          <p:cNvCxnSpPr>
            <a:stCxn id="28" idx="0"/>
          </p:cNvCxnSpPr>
          <p:nvPr/>
        </p:nvCxnSpPr>
        <p:spPr>
          <a:xfrm flipV="1">
            <a:off x="7071945" y="4749800"/>
            <a:ext cx="0" cy="7430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/>
          <p:cNvSpPr txBox="1"/>
          <p:nvPr/>
        </p:nvSpPr>
        <p:spPr>
          <a:xfrm>
            <a:off x="8212204" y="5867975"/>
            <a:ext cx="19043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rgbClr val="FF0000"/>
                </a:solidFill>
              </a:rPr>
              <a:t>Scripts </a:t>
            </a:r>
            <a:r>
              <a:rPr lang="fr-FR" sz="1400" dirty="0" err="1" smtClean="0">
                <a:solidFill>
                  <a:srgbClr val="FF0000"/>
                </a:solidFill>
              </a:rPr>
              <a:t>waiting</a:t>
            </a:r>
            <a:r>
              <a:rPr lang="fr-FR" sz="1400" dirty="0" smtClean="0">
                <a:solidFill>
                  <a:srgbClr val="FF0000"/>
                </a:solidFill>
              </a:rPr>
              <a:t> to </a:t>
            </a:r>
            <a:r>
              <a:rPr lang="fr-FR" sz="1400" dirty="0" err="1" smtClean="0">
                <a:solidFill>
                  <a:srgbClr val="FF0000"/>
                </a:solidFill>
              </a:rPr>
              <a:t>run</a:t>
            </a:r>
            <a:endParaRPr lang="fr-FR" sz="1400" dirty="0">
              <a:solidFill>
                <a:srgbClr val="FF000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830498" y="4298951"/>
            <a:ext cx="2667804" cy="5524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8" name="Connecteur droit avec flèche 37"/>
          <p:cNvCxnSpPr>
            <a:stCxn id="35" idx="0"/>
            <a:endCxn id="36" idx="2"/>
          </p:cNvCxnSpPr>
          <p:nvPr/>
        </p:nvCxnSpPr>
        <p:spPr>
          <a:xfrm flipV="1">
            <a:off x="9164400" y="4851400"/>
            <a:ext cx="0" cy="10165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191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Google (TFX) for building full End-to-End ML pipeline</a:t>
            </a:r>
            <a:endParaRPr lang="en-US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What </a:t>
            </a:r>
            <a:r>
              <a:rPr lang="en-US" dirty="0"/>
              <a:t>is TFX?</a:t>
            </a:r>
          </a:p>
          <a:p>
            <a:pPr lvl="1"/>
            <a:r>
              <a:rPr lang="en-US" dirty="0"/>
              <a:t>An end-to-end (E2E) platform from Google for deploying machine learning workflows in </a:t>
            </a:r>
            <a:r>
              <a:rPr lang="en-US" dirty="0" smtClean="0"/>
              <a:t>production</a:t>
            </a:r>
          </a:p>
          <a:p>
            <a:pPr lvl="1"/>
            <a:r>
              <a:rPr lang="en-US" dirty="0"/>
              <a:t>Compatible infrastructures : For GCP and </a:t>
            </a:r>
            <a:r>
              <a:rPr lang="en-US" dirty="0" err="1"/>
              <a:t>on-premise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Completely </a:t>
            </a:r>
            <a:r>
              <a:rPr lang="en-US" dirty="0" err="1"/>
              <a:t>opensourced</a:t>
            </a:r>
            <a:r>
              <a:rPr lang="en-US" dirty="0"/>
              <a:t> in 2019 : used at Alphabet of course but also </a:t>
            </a:r>
            <a:r>
              <a:rPr lang="en-US" dirty="0" smtClean="0"/>
              <a:t>at Spotify</a:t>
            </a:r>
            <a:r>
              <a:rPr lang="en-US" dirty="0"/>
              <a:t>, Twitter, Airbus </a:t>
            </a:r>
          </a:p>
          <a:p>
            <a:pPr marL="269875" lvl="1" indent="0">
              <a:buNone/>
            </a:pPr>
            <a:endParaRPr lang="en-US" dirty="0"/>
          </a:p>
          <a:p>
            <a:r>
              <a:rPr lang="en-US" dirty="0"/>
              <a:t>Components of TFX:</a:t>
            </a:r>
          </a:p>
          <a:p>
            <a:pPr lvl="1"/>
            <a:r>
              <a:rPr lang="en-US" dirty="0" err="1"/>
              <a:t>TensorFlow</a:t>
            </a:r>
            <a:r>
              <a:rPr lang="en-US" dirty="0"/>
              <a:t> Data Validation (TFDV): Data analysis.</a:t>
            </a:r>
          </a:p>
          <a:p>
            <a:pPr lvl="1"/>
            <a:r>
              <a:rPr lang="en-US" dirty="0" err="1"/>
              <a:t>TensorFlow</a:t>
            </a:r>
            <a:r>
              <a:rPr lang="en-US" dirty="0"/>
              <a:t> Transform (TFT): Data preprocessing.</a:t>
            </a:r>
          </a:p>
          <a:p>
            <a:pPr lvl="1"/>
            <a:r>
              <a:rPr lang="en-US" dirty="0" err="1"/>
              <a:t>TensorFlow</a:t>
            </a:r>
            <a:r>
              <a:rPr lang="en-US" dirty="0"/>
              <a:t> Model Analysis (TFMA): Model evaluation.</a:t>
            </a:r>
          </a:p>
          <a:p>
            <a:pPr lvl="1"/>
            <a:r>
              <a:rPr lang="en-US" dirty="0" err="1"/>
              <a:t>TensorFlow</a:t>
            </a:r>
            <a:r>
              <a:rPr lang="en-US" dirty="0"/>
              <a:t> Serving: Model deployment.</a:t>
            </a:r>
          </a:p>
          <a:p>
            <a:pPr lvl="1"/>
            <a:r>
              <a:rPr lang="en-US" dirty="0" err="1"/>
              <a:t>TensorFlow</a:t>
            </a:r>
            <a:r>
              <a:rPr lang="en-US" dirty="0"/>
              <a:t> Metadata (TFMD): Metadata management.</a:t>
            </a:r>
          </a:p>
          <a:p>
            <a:pPr lvl="1"/>
            <a:r>
              <a:rPr lang="en-US" dirty="0"/>
              <a:t>Pipeline Orchestrator: </a:t>
            </a:r>
            <a:r>
              <a:rPr lang="fr-FR" dirty="0"/>
              <a:t>(</a:t>
            </a:r>
            <a:r>
              <a:rPr lang="fr-FR" dirty="0" err="1"/>
              <a:t>e.g</a:t>
            </a:r>
            <a:r>
              <a:rPr lang="fr-FR" dirty="0"/>
              <a:t>., Apache </a:t>
            </a:r>
            <a:r>
              <a:rPr lang="fr-FR" dirty="0" err="1"/>
              <a:t>Beam</a:t>
            </a:r>
            <a:r>
              <a:rPr lang="fr-FR" dirty="0"/>
              <a:t>, </a:t>
            </a:r>
            <a:r>
              <a:rPr lang="fr-FR" dirty="0" err="1"/>
              <a:t>Kubeflow</a:t>
            </a:r>
            <a:r>
              <a:rPr lang="fr-FR" dirty="0"/>
              <a:t>).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389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Google (TFX) for building full End-to-End ML pipeline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/>
          <a:srcRect t="12639"/>
          <a:stretch/>
        </p:blipFill>
        <p:spPr>
          <a:xfrm>
            <a:off x="1001068" y="1309946"/>
            <a:ext cx="10174724" cy="486814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407598" y="2584451"/>
            <a:ext cx="7003102" cy="20637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0" y="1196976"/>
            <a:ext cx="41743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rgbClr val="FF0000"/>
                </a:solidFill>
              </a:rPr>
              <a:t>Modules (</a:t>
            </a:r>
            <a:r>
              <a:rPr lang="fr-FR" sz="1400" i="1" dirty="0" smtClean="0">
                <a:solidFill>
                  <a:srgbClr val="FF0000"/>
                </a:solidFill>
              </a:rPr>
              <a:t>Components) </a:t>
            </a:r>
            <a:r>
              <a:rPr lang="fr-FR" sz="1400" dirty="0" err="1" smtClean="0">
                <a:solidFill>
                  <a:srgbClr val="FF0000"/>
                </a:solidFill>
              </a:rPr>
              <a:t>inside</a:t>
            </a:r>
            <a:r>
              <a:rPr lang="fr-FR" sz="1400" dirty="0" smtClean="0">
                <a:solidFill>
                  <a:srgbClr val="FF0000"/>
                </a:solidFill>
              </a:rPr>
              <a:t> </a:t>
            </a:r>
            <a:r>
              <a:rPr lang="fr-FR" sz="1400" dirty="0" err="1" smtClean="0">
                <a:solidFill>
                  <a:srgbClr val="FF0000"/>
                </a:solidFill>
              </a:rPr>
              <a:t>tfx</a:t>
            </a:r>
            <a:r>
              <a:rPr lang="fr-FR" sz="1400" dirty="0" smtClean="0">
                <a:solidFill>
                  <a:srgbClr val="FF0000"/>
                </a:solidFill>
              </a:rPr>
              <a:t> python </a:t>
            </a:r>
            <a:r>
              <a:rPr lang="fr-FR" sz="1400" dirty="0" err="1" smtClean="0">
                <a:solidFill>
                  <a:srgbClr val="FF0000"/>
                </a:solidFill>
              </a:rPr>
              <a:t>library</a:t>
            </a:r>
            <a:endParaRPr lang="fr-FR" sz="1400" dirty="0">
              <a:solidFill>
                <a:srgbClr val="FF0000"/>
              </a:solidFill>
            </a:endParaRPr>
          </a:p>
        </p:txBody>
      </p:sp>
      <p:cxnSp>
        <p:nvCxnSpPr>
          <p:cNvPr id="12" name="Connecteur droit avec flèche 11"/>
          <p:cNvCxnSpPr>
            <a:stCxn id="10" idx="2"/>
            <a:endCxn id="8" idx="1"/>
          </p:cNvCxnSpPr>
          <p:nvPr/>
        </p:nvCxnSpPr>
        <p:spPr>
          <a:xfrm>
            <a:off x="2087196" y="1504753"/>
            <a:ext cx="320402" cy="21115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866424" y="2265593"/>
            <a:ext cx="2172676" cy="3188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8758500" y="1369976"/>
            <a:ext cx="130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 smtClean="0">
                <a:solidFill>
                  <a:srgbClr val="FF0000"/>
                </a:solidFill>
              </a:rPr>
              <a:t>Orchestrator</a:t>
            </a:r>
            <a:endParaRPr lang="fr-FR" sz="1400" dirty="0">
              <a:solidFill>
                <a:srgbClr val="FF0000"/>
              </a:solidFill>
            </a:endParaRPr>
          </a:p>
        </p:txBody>
      </p:sp>
      <p:cxnSp>
        <p:nvCxnSpPr>
          <p:cNvPr id="19" name="Connecteur droit avec flèche 18"/>
          <p:cNvCxnSpPr>
            <a:stCxn id="18" idx="2"/>
            <a:endCxn id="17" idx="3"/>
          </p:cNvCxnSpPr>
          <p:nvPr/>
        </p:nvCxnSpPr>
        <p:spPr>
          <a:xfrm flipH="1">
            <a:off x="8039100" y="1677753"/>
            <a:ext cx="1371600" cy="7472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950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Data drift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pic>
        <p:nvPicPr>
          <p:cNvPr id="7" name="Picture 4" descr="Detecting Data Drift with Machine Learning | Blog post by Hennie de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228" y="1465795"/>
            <a:ext cx="9000392" cy="4556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546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Model drift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527714" y="1498593"/>
            <a:ext cx="11137237" cy="4467225"/>
          </a:xfrm>
        </p:spPr>
        <p:txBody>
          <a:bodyPr/>
          <a:lstStyle/>
          <a:p>
            <a:pPr marL="0" indent="0">
              <a:buNone/>
            </a:pPr>
            <a:r>
              <a:rPr lang="fr-FR" dirty="0" err="1" smtClean="0"/>
              <a:t>Decrease</a:t>
            </a:r>
            <a:r>
              <a:rPr lang="fr-FR" dirty="0" smtClean="0"/>
              <a:t> in the model performance over time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7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pic>
        <p:nvPicPr>
          <p:cNvPr id="5122" name="Picture 2" descr="An introduction to Model drift in machine learning - UbiOp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38" b="6430"/>
          <a:stretch/>
        </p:blipFill>
        <p:spPr bwMode="auto">
          <a:xfrm>
            <a:off x="0" y="2126543"/>
            <a:ext cx="5705962" cy="3211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Productionizing Machine Learning: From Deployment to Drift Detection ...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6" r="12618"/>
          <a:stretch/>
        </p:blipFill>
        <p:spPr bwMode="auto">
          <a:xfrm>
            <a:off x="5866424" y="2281040"/>
            <a:ext cx="6023003" cy="30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lèche droite 5"/>
          <p:cNvSpPr/>
          <p:nvPr/>
        </p:nvSpPr>
        <p:spPr>
          <a:xfrm>
            <a:off x="5196876" y="3553711"/>
            <a:ext cx="621324" cy="35699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9909908" y="2839316"/>
            <a:ext cx="910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rgbClr val="FF0000"/>
                </a:solidFill>
              </a:rPr>
              <a:t>Training</a:t>
            </a:r>
            <a:endParaRPr lang="fr-FR" sz="1400" dirty="0">
              <a:solidFill>
                <a:srgbClr val="FF0000"/>
              </a:solidFill>
            </a:endParaRPr>
          </a:p>
        </p:txBody>
      </p:sp>
      <p:cxnSp>
        <p:nvCxnSpPr>
          <p:cNvPr id="11" name="Connecteur droit avec flèche 10"/>
          <p:cNvCxnSpPr>
            <a:stCxn id="10" idx="2"/>
          </p:cNvCxnSpPr>
          <p:nvPr/>
        </p:nvCxnSpPr>
        <p:spPr>
          <a:xfrm flipH="1">
            <a:off x="9909908" y="3147093"/>
            <a:ext cx="455246" cy="2946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>
            <a:stCxn id="10" idx="2"/>
          </p:cNvCxnSpPr>
          <p:nvPr/>
        </p:nvCxnSpPr>
        <p:spPr>
          <a:xfrm>
            <a:off x="10365154" y="3147093"/>
            <a:ext cx="122208" cy="2946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820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Continuous training (CT)</a:t>
            </a:r>
            <a:endParaRPr lang="it-IT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8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pic>
        <p:nvPicPr>
          <p:cNvPr id="3074" name="Picture 2" descr="When Should a Machine Learning Model Be Retrained?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3915" y="1163965"/>
            <a:ext cx="5809030" cy="536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271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Continuous Integration (CI) and continuous Deployment / Delivery (CD)</a:t>
            </a:r>
            <a:endParaRPr lang="it-IT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endParaRPr lang="fr-FR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9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  <p:pic>
        <p:nvPicPr>
          <p:cNvPr id="7170" name="Picture 2" descr="terminology - How does continuous integration relate to continuous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250" y="1452364"/>
            <a:ext cx="7604691" cy="433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857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Resources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 err="1">
                <a:hlinkClick r:id="rId2"/>
              </a:rPr>
              <a:t>iusztinpaul</a:t>
            </a:r>
            <a:r>
              <a:rPr lang="fr-FR" dirty="0">
                <a:hlinkClick r:id="rId2"/>
              </a:rPr>
              <a:t>/</a:t>
            </a:r>
            <a:r>
              <a:rPr lang="fr-FR" dirty="0" err="1">
                <a:hlinkClick r:id="rId2"/>
              </a:rPr>
              <a:t>energy-forecasting</a:t>
            </a:r>
            <a:r>
              <a:rPr lang="fr-FR" dirty="0">
                <a:hlinkClick r:id="rId2"/>
              </a:rPr>
              <a:t>: 🌀 𝗧𝗵𝗲 𝗙𝘂𝗹𝗹 𝗦𝘁𝗮𝗰𝗸 𝟳-𝗦𝘁𝗲𝗽𝘀 𝗠𝗟𝗢𝗽𝘀 𝗙𝗿𝗮𝗺𝗲𝘄𝗼𝗿𝗸 | 𝗟𝗲𝗮𝗿𝗻 𝗠𝗟𝗘 &amp; 𝗠𝗟𝗢𝗽𝘀 for free by </a:t>
            </a:r>
            <a:r>
              <a:rPr lang="fr-FR" dirty="0" err="1">
                <a:hlinkClick r:id="rId2"/>
              </a:rPr>
              <a:t>designing</a:t>
            </a:r>
            <a:r>
              <a:rPr lang="fr-FR" dirty="0">
                <a:hlinkClick r:id="rId2"/>
              </a:rPr>
              <a:t>, building and </a:t>
            </a:r>
            <a:r>
              <a:rPr lang="fr-FR" dirty="0" err="1">
                <a:hlinkClick r:id="rId2"/>
              </a:rPr>
              <a:t>deploying</a:t>
            </a:r>
            <a:r>
              <a:rPr lang="fr-FR" dirty="0">
                <a:hlinkClick r:id="rId2"/>
              </a:rPr>
              <a:t> an end-to-end ML batch system ~ 𝘴𝘰𝘶𝘳𝘤𝘦 𝘤𝘰𝘥𝘦 + 2.5 𝘩𝘰𝘶𝘳𝘴 𝘰𝘧 𝘳𝘦𝘢𝘥𝘪𝘯𝘨 &amp; 𝘷𝘪𝘥𝘦𝘰 </a:t>
            </a:r>
            <a:r>
              <a:rPr lang="fr-FR" dirty="0" smtClean="0">
                <a:hlinkClick r:id="rId2"/>
              </a:rPr>
              <a:t>𝘮𝘢𝘵𝘦𝘳𝘪𝘢𝘭𝘴</a:t>
            </a:r>
            <a:endParaRPr lang="fr-FR" dirty="0" smtClean="0"/>
          </a:p>
          <a:p>
            <a:endParaRPr lang="fr-FR" dirty="0"/>
          </a:p>
          <a:p>
            <a:pPr marL="0" indent="0">
              <a:buNone/>
            </a:pPr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10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0571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r>
              <a:rPr lang="fr-FR" sz="2000" b="1" dirty="0" smtClean="0"/>
              <a:t>Extra</a:t>
            </a:r>
            <a:endParaRPr lang="fr-FR" sz="20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Today’s</a:t>
            </a:r>
            <a:r>
              <a:rPr lang="fr-FR" dirty="0" smtClean="0"/>
              <a:t> objectives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 err="1" smtClean="0"/>
              <a:t>Implement</a:t>
            </a:r>
            <a:r>
              <a:rPr lang="fr-FR" dirty="0" smtClean="0"/>
              <a:t> TFX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 err="1" smtClean="0"/>
              <a:t>Continuous</a:t>
            </a:r>
            <a:r>
              <a:rPr lang="fr-FR" dirty="0" smtClean="0"/>
              <a:t> training</a:t>
            </a:r>
            <a:endParaRPr lang="fr-FR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FR" dirty="0" err="1" smtClean="0"/>
              <a:t>Continuous</a:t>
            </a:r>
            <a:r>
              <a:rPr lang="fr-FR" dirty="0" smtClean="0"/>
              <a:t> </a:t>
            </a:r>
            <a:r>
              <a:rPr lang="fr-FR" dirty="0" err="1" smtClean="0"/>
              <a:t>Integration</a:t>
            </a:r>
            <a:r>
              <a:rPr lang="fr-FR" dirty="0" smtClean="0"/>
              <a:t> / </a:t>
            </a:r>
            <a:r>
              <a:rPr lang="fr-FR" dirty="0" err="1" smtClean="0"/>
              <a:t>Continuous</a:t>
            </a:r>
            <a:r>
              <a:rPr lang="fr-FR" dirty="0" smtClean="0"/>
              <a:t> </a:t>
            </a:r>
            <a:r>
              <a:rPr lang="fr-FR" dirty="0" err="1" smtClean="0"/>
              <a:t>Deployment</a:t>
            </a:r>
            <a:r>
              <a:rPr lang="fr-FR" dirty="0" smtClean="0"/>
              <a:t> (CI/CD)</a:t>
            </a:r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29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8" name="Espace réservé du texte 17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36"/>
          </p:nvPr>
        </p:nvSpPr>
        <p:spPr/>
        <p:txBody>
          <a:bodyPr/>
          <a:lstStyle/>
          <a:p>
            <a:endParaRPr lang="fr-FR" sz="2400" dirty="0"/>
          </a:p>
        </p:txBody>
      </p:sp>
      <p:sp>
        <p:nvSpPr>
          <p:cNvPr id="21" name="Espace réservé du numéro de diapositive 2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11</a:t>
            </a:fld>
            <a:endParaRPr lang="fr-FR" dirty="0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2024 | ©HeadMind Partners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03401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W HeadMind Partners">
  <a:themeElements>
    <a:clrScheme name="Personnalisé 2">
      <a:dk1>
        <a:srgbClr val="00263A"/>
      </a:dk1>
      <a:lt1>
        <a:srgbClr val="FFFFFF"/>
      </a:lt1>
      <a:dk2>
        <a:srgbClr val="003057"/>
      </a:dk2>
      <a:lt2>
        <a:srgbClr val="E8E8E8"/>
      </a:lt2>
      <a:accent1>
        <a:srgbClr val="003057"/>
      </a:accent1>
      <a:accent2>
        <a:srgbClr val="0F4379"/>
      </a:accent2>
      <a:accent3>
        <a:srgbClr val="007DBA"/>
      </a:accent3>
      <a:accent4>
        <a:srgbClr val="5BC2E7"/>
      </a:accent4>
      <a:accent5>
        <a:srgbClr val="C00000"/>
      </a:accent5>
      <a:accent6>
        <a:srgbClr val="FFFFFF"/>
      </a:accent6>
      <a:hlink>
        <a:srgbClr val="C00000"/>
      </a:hlink>
      <a:folHlink>
        <a:srgbClr val="007DBA"/>
      </a:folHlink>
    </a:clrScheme>
    <a:fontScheme name="Polices Beijaflore">
      <a:majorFont>
        <a:latin typeface="Franklin Gothic Boo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arte HeadMind Partners 2024" id="{455D27FD-681B-4269-9DB4-E515FEB5C9D5}" vid="{99F535D0-B694-43D3-A926-E22BF183EB1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Charte HeadMind Partners 2024</Template>
  <TotalTime>1813</TotalTime>
  <Words>363</Words>
  <Application>Microsoft Office PowerPoint</Application>
  <PresentationFormat>Grand écran</PresentationFormat>
  <Paragraphs>65</Paragraphs>
  <Slides>11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</vt:lpstr>
      <vt:lpstr>Browallia New</vt:lpstr>
      <vt:lpstr>Calibri</vt:lpstr>
      <vt:lpstr>Franklin Gothic Book</vt:lpstr>
      <vt:lpstr>Segoe UI</vt:lpstr>
      <vt:lpstr>NEW HeadMind Partners</vt:lpstr>
      <vt:lpstr>4- Building an End to End ML pipeline</vt:lpstr>
      <vt:lpstr>Reminder of what is a ML pipeline</vt:lpstr>
      <vt:lpstr>Orchestrate a full ML pipeline</vt:lpstr>
      <vt:lpstr>Google (TFX) for building full End-to-End ML pipeline</vt:lpstr>
      <vt:lpstr>Google (TFX) for building full End-to-End ML pipeline</vt:lpstr>
      <vt:lpstr>Data drift</vt:lpstr>
      <vt:lpstr>Model drift</vt:lpstr>
      <vt:lpstr>Continuous training (CT)</vt:lpstr>
      <vt:lpstr>Continuous Integration (CI) and continuous Deployment / Delivery (CD)</vt:lpstr>
      <vt:lpstr>Resources</vt:lpstr>
      <vt:lpstr>Today’s objectives</vt:lpstr>
    </vt:vector>
  </TitlesOfParts>
  <Company>Beijaflore.com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– Entraîner et déployer un modèle de ML sur GCP avec Vertex AI</dc:title>
  <dc:creator>Hochedez, Arthur</dc:creator>
  <cp:lastModifiedBy>Perez, Pierre-Louis</cp:lastModifiedBy>
  <cp:revision>56</cp:revision>
  <dcterms:created xsi:type="dcterms:W3CDTF">2025-02-11T16:41:08Z</dcterms:created>
  <dcterms:modified xsi:type="dcterms:W3CDTF">2025-03-25T12:49:27Z</dcterms:modified>
</cp:coreProperties>
</file>