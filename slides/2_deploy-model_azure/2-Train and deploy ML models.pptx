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17"/>
  </p:notesMasterIdLst>
  <p:sldIdLst>
    <p:sldId id="256" r:id="rId2"/>
    <p:sldId id="257" r:id="rId3"/>
    <p:sldId id="272" r:id="rId4"/>
    <p:sldId id="264" r:id="rId5"/>
    <p:sldId id="266" r:id="rId6"/>
    <p:sldId id="265" r:id="rId7"/>
    <p:sldId id="267" r:id="rId8"/>
    <p:sldId id="263" r:id="rId9"/>
    <p:sldId id="268" r:id="rId10"/>
    <p:sldId id="269" r:id="rId11"/>
    <p:sldId id="270" r:id="rId12"/>
    <p:sldId id="271" r:id="rId13"/>
    <p:sldId id="259" r:id="rId14"/>
    <p:sldId id="273" r:id="rId15"/>
    <p:sldId id="258" r:id="rId16"/>
  </p:sldIdLst>
  <p:sldSz cx="12192000" cy="6858000"/>
  <p:notesSz cx="6735763" cy="98663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B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57E7CD-833A-4057-A34F-721214C10A5F}" type="datetimeFigureOut">
              <a:rPr lang="fr-FR" smtClean="0"/>
              <a:t>30/04/2025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73100" y="4748213"/>
            <a:ext cx="5389563" cy="38846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BF3BD9-BA5A-4CBB-9C78-D323B9124B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9160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jpe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lide Titre">
    <p:bg>
      <p:bgPr>
        <a:solidFill>
          <a:schemeClr val="bg1">
            <a:alpha val="9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1"/>
          <p:cNvSpPr>
            <a:spLocks noGrp="1"/>
          </p:cNvSpPr>
          <p:nvPr>
            <p:ph type="title"/>
          </p:nvPr>
        </p:nvSpPr>
        <p:spPr>
          <a:xfrm>
            <a:off x="4265980" y="3491678"/>
            <a:ext cx="6731926" cy="865186"/>
          </a:xfrm>
        </p:spPr>
        <p:txBody>
          <a:bodyPr/>
          <a:lstStyle>
            <a:lvl1pPr>
              <a:defRPr sz="3600">
                <a:solidFill>
                  <a:srgbClr val="002060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1" name="Textplatzhalter 25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267200" y="4517493"/>
            <a:ext cx="6731926" cy="833150"/>
          </a:xfrm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noProof="0" dirty="0" smtClean="0"/>
              <a:t>Insérer un niveau de sous-titre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fr-FR" noProof="0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4314825" y="4495270"/>
            <a:ext cx="6683081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779" y="5826636"/>
            <a:ext cx="991986" cy="991986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92" y="5997316"/>
            <a:ext cx="657379" cy="657379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2974" y="5830012"/>
            <a:ext cx="988610" cy="988610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53" y="0"/>
            <a:ext cx="34353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2553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lide Titre">
    <p:bg>
      <p:bgPr>
        <a:solidFill>
          <a:schemeClr val="bg1">
            <a:alpha val="9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94" y="95794"/>
            <a:ext cx="11982995" cy="6653349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779" y="5826636"/>
            <a:ext cx="991986" cy="991986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2974" y="5830012"/>
            <a:ext cx="988610" cy="988610"/>
          </a:xfrm>
          <a:prstGeom prst="rect">
            <a:avLst/>
          </a:prstGeom>
        </p:spPr>
      </p:pic>
      <p:sp>
        <p:nvSpPr>
          <p:cNvPr id="12" name="Titre 1"/>
          <p:cNvSpPr>
            <a:spLocks noGrp="1"/>
          </p:cNvSpPr>
          <p:nvPr>
            <p:ph type="title"/>
          </p:nvPr>
        </p:nvSpPr>
        <p:spPr>
          <a:xfrm>
            <a:off x="4971382" y="3491678"/>
            <a:ext cx="6731926" cy="86518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3" name="Textplatzhalter 25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972602" y="4517493"/>
            <a:ext cx="6731926" cy="833150"/>
          </a:xfrm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noProof="0" dirty="0" smtClean="0"/>
              <a:t>Insérer un niveau de sous-titre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fr-FR" noProof="0" dirty="0"/>
          </a:p>
        </p:txBody>
      </p:sp>
      <p:cxnSp>
        <p:nvCxnSpPr>
          <p:cNvPr id="14" name="Connecteur droit 13"/>
          <p:cNvCxnSpPr/>
          <p:nvPr/>
        </p:nvCxnSpPr>
        <p:spPr>
          <a:xfrm>
            <a:off x="5020227" y="4495270"/>
            <a:ext cx="6683081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 2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01" y="375360"/>
            <a:ext cx="5621956" cy="5621956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278" y="5997633"/>
            <a:ext cx="630942" cy="630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5961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618"/>
          <a:stretch/>
        </p:blipFill>
        <p:spPr>
          <a:xfrm>
            <a:off x="5194435" y="0"/>
            <a:ext cx="6995962" cy="6858000"/>
          </a:xfrm>
          <a:prstGeom prst="rect">
            <a:avLst/>
          </a:prstGeom>
        </p:spPr>
      </p:pic>
      <p:cxnSp>
        <p:nvCxnSpPr>
          <p:cNvPr id="10" name="Connecteur droit 9"/>
          <p:cNvCxnSpPr/>
          <p:nvPr/>
        </p:nvCxnSpPr>
        <p:spPr>
          <a:xfrm flipH="1">
            <a:off x="6644984" y="1528409"/>
            <a:ext cx="0" cy="386173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16455" y="1712640"/>
            <a:ext cx="2669950" cy="865186"/>
          </a:xfrm>
        </p:spPr>
        <p:txBody>
          <a:bodyPr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fr-FR" dirty="0" smtClean="0"/>
              <a:t>Sommaire</a:t>
            </a:r>
            <a:endParaRPr lang="fr-FR" dirty="0"/>
          </a:p>
        </p:txBody>
      </p:sp>
      <p:sp>
        <p:nvSpPr>
          <p:cNvPr id="36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smtClean="0"/>
              <a:t>2024 | ©HeadMind Partners</a:t>
            </a:r>
            <a:endParaRPr lang="fr-FR" dirty="0"/>
          </a:p>
        </p:txBody>
      </p:sp>
      <p:cxnSp>
        <p:nvCxnSpPr>
          <p:cNvPr id="38" name="Connecteur droit 37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cxnSp>
        <p:nvCxnSpPr>
          <p:cNvPr id="34" name="Connecteur droit 33"/>
          <p:cNvCxnSpPr/>
          <p:nvPr/>
        </p:nvCxnSpPr>
        <p:spPr>
          <a:xfrm>
            <a:off x="11804650" y="6502400"/>
            <a:ext cx="92175" cy="139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Ellipse 38"/>
          <p:cNvSpPr/>
          <p:nvPr/>
        </p:nvSpPr>
        <p:spPr>
          <a:xfrm>
            <a:off x="6230984" y="2342329"/>
            <a:ext cx="828000" cy="82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Ellipse 39"/>
          <p:cNvSpPr/>
          <p:nvPr/>
        </p:nvSpPr>
        <p:spPr>
          <a:xfrm>
            <a:off x="6230984" y="3570249"/>
            <a:ext cx="828000" cy="82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Ellipse 40"/>
          <p:cNvSpPr/>
          <p:nvPr/>
        </p:nvSpPr>
        <p:spPr>
          <a:xfrm>
            <a:off x="6230984" y="4798170"/>
            <a:ext cx="828000" cy="82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Espace réservé du contenu 7"/>
          <p:cNvSpPr>
            <a:spLocks noGrp="1"/>
          </p:cNvSpPr>
          <p:nvPr>
            <p:ph sz="quarter" idx="26" hasCustomPrompt="1"/>
          </p:nvPr>
        </p:nvSpPr>
        <p:spPr>
          <a:xfrm>
            <a:off x="6251284" y="2469035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dirty="0" smtClean="0"/>
              <a:t>2</a:t>
            </a:r>
            <a:endParaRPr lang="fr-FR" dirty="0"/>
          </a:p>
        </p:txBody>
      </p:sp>
      <p:sp>
        <p:nvSpPr>
          <p:cNvPr id="43" name="Ellipse 42"/>
          <p:cNvSpPr/>
          <p:nvPr/>
        </p:nvSpPr>
        <p:spPr>
          <a:xfrm>
            <a:off x="6230984" y="1114409"/>
            <a:ext cx="828000" cy="82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55" name="Espace réservé du contenu 7"/>
          <p:cNvSpPr>
            <a:spLocks noGrp="1"/>
          </p:cNvSpPr>
          <p:nvPr>
            <p:ph sz="quarter" idx="24" hasCustomPrompt="1"/>
          </p:nvPr>
        </p:nvSpPr>
        <p:spPr>
          <a:xfrm>
            <a:off x="6251284" y="1171001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dirty="0" smtClean="0"/>
              <a:t>1</a:t>
            </a:r>
            <a:endParaRPr lang="fr-FR" dirty="0"/>
          </a:p>
        </p:txBody>
      </p:sp>
      <p:sp>
        <p:nvSpPr>
          <p:cNvPr id="57" name="Espace réservé du contenu 7"/>
          <p:cNvSpPr>
            <a:spLocks noGrp="1"/>
          </p:cNvSpPr>
          <p:nvPr>
            <p:ph sz="quarter" idx="27" hasCustomPrompt="1"/>
          </p:nvPr>
        </p:nvSpPr>
        <p:spPr>
          <a:xfrm>
            <a:off x="6251284" y="3703279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dirty="0" smtClean="0"/>
              <a:t>3</a:t>
            </a:r>
          </a:p>
        </p:txBody>
      </p:sp>
      <p:sp>
        <p:nvSpPr>
          <p:cNvPr id="58" name="Espace réservé du contenu 7"/>
          <p:cNvSpPr>
            <a:spLocks noGrp="1"/>
          </p:cNvSpPr>
          <p:nvPr>
            <p:ph sz="quarter" idx="28" hasCustomPrompt="1"/>
          </p:nvPr>
        </p:nvSpPr>
        <p:spPr>
          <a:xfrm>
            <a:off x="6251284" y="4947879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dirty="0" smtClean="0"/>
              <a:t>4</a:t>
            </a:r>
          </a:p>
        </p:txBody>
      </p:sp>
      <p:sp>
        <p:nvSpPr>
          <p:cNvPr id="59" name="Espace réservé du texte 14"/>
          <p:cNvSpPr>
            <a:spLocks noGrp="1"/>
          </p:cNvSpPr>
          <p:nvPr>
            <p:ph type="body" sz="quarter" idx="13" hasCustomPrompt="1"/>
          </p:nvPr>
        </p:nvSpPr>
        <p:spPr>
          <a:xfrm>
            <a:off x="7433365" y="1101709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 smtClean="0"/>
              <a:t>Cliquez pour modifier les styles du texte du masque</a:t>
            </a:r>
          </a:p>
        </p:txBody>
      </p:sp>
      <p:sp>
        <p:nvSpPr>
          <p:cNvPr id="60" name="Espace réservé du texte 14"/>
          <p:cNvSpPr>
            <a:spLocks noGrp="1"/>
          </p:cNvSpPr>
          <p:nvPr>
            <p:ph type="body" sz="quarter" idx="14" hasCustomPrompt="1"/>
          </p:nvPr>
        </p:nvSpPr>
        <p:spPr>
          <a:xfrm>
            <a:off x="7433365" y="2399269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 smtClean="0"/>
              <a:t>Cliquez pour modifier les styles du texte du masque</a:t>
            </a:r>
          </a:p>
        </p:txBody>
      </p:sp>
      <p:sp>
        <p:nvSpPr>
          <p:cNvPr id="61" name="Espace réservé du texte 14"/>
          <p:cNvSpPr>
            <a:spLocks noGrp="1"/>
          </p:cNvSpPr>
          <p:nvPr>
            <p:ph type="body" sz="quarter" idx="15" hasCustomPrompt="1"/>
          </p:nvPr>
        </p:nvSpPr>
        <p:spPr>
          <a:xfrm>
            <a:off x="7433365" y="3624250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 smtClean="0"/>
              <a:t>Cliquez pour modifier les styles du texte du masque</a:t>
            </a:r>
          </a:p>
        </p:txBody>
      </p:sp>
      <p:sp>
        <p:nvSpPr>
          <p:cNvPr id="65" name="Espace réservé du texte 14"/>
          <p:cNvSpPr>
            <a:spLocks noGrp="1"/>
          </p:cNvSpPr>
          <p:nvPr>
            <p:ph type="body" sz="quarter" idx="29" hasCustomPrompt="1"/>
          </p:nvPr>
        </p:nvSpPr>
        <p:spPr>
          <a:xfrm>
            <a:off x="7433365" y="4861240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 smtClean="0"/>
              <a:t>Cliquez pour modifier les styles du texte du masque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3024902" y="1637401"/>
            <a:ext cx="8763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dirty="0" smtClean="0">
                <a:solidFill>
                  <a:srgbClr val="C00000"/>
                </a:solidFill>
              </a:rPr>
              <a:t>.</a:t>
            </a:r>
            <a:endParaRPr lang="fr-FR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1116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25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314" b="36992"/>
          <a:stretch/>
        </p:blipFill>
        <p:spPr>
          <a:xfrm>
            <a:off x="4108285" y="1314847"/>
            <a:ext cx="8083715" cy="5543153"/>
          </a:xfrm>
          <a:prstGeom prst="rect">
            <a:avLst/>
          </a:prstGeom>
        </p:spPr>
      </p:pic>
      <p:sp>
        <p:nvSpPr>
          <p:cNvPr id="45" name="Espace réservé du contenu 7"/>
          <p:cNvSpPr>
            <a:spLocks noGrp="1"/>
          </p:cNvSpPr>
          <p:nvPr>
            <p:ph sz="quarter" idx="27"/>
          </p:nvPr>
        </p:nvSpPr>
        <p:spPr>
          <a:xfrm>
            <a:off x="503302" y="4588944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4" name="Espace réservé du contenu 7"/>
          <p:cNvSpPr>
            <a:spLocks noGrp="1"/>
          </p:cNvSpPr>
          <p:nvPr>
            <p:ph sz="quarter" idx="26" hasCustomPrompt="1"/>
          </p:nvPr>
        </p:nvSpPr>
        <p:spPr>
          <a:xfrm>
            <a:off x="503302" y="3088900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dirty="0" smtClean="0"/>
              <a:t>02</a:t>
            </a:r>
            <a:endParaRPr lang="fr-FR" dirty="0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 dirty="0" smtClean="0"/>
              <a:t>Sommaire</a:t>
            </a:r>
            <a:endParaRPr lang="fr-FR" dirty="0"/>
          </a:p>
        </p:txBody>
      </p:sp>
      <p:sp>
        <p:nvSpPr>
          <p:cNvPr id="22" name="Espace réservé du texte 14"/>
          <p:cNvSpPr>
            <a:spLocks noGrp="1"/>
          </p:cNvSpPr>
          <p:nvPr>
            <p:ph type="body" sz="quarter" idx="13" hasCustomPrompt="1"/>
          </p:nvPr>
        </p:nvSpPr>
        <p:spPr>
          <a:xfrm>
            <a:off x="1705684" y="1528409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 smtClean="0"/>
              <a:t>Cliquez pour modifier les styles du texte du masque</a:t>
            </a:r>
          </a:p>
        </p:txBody>
      </p:sp>
      <p:sp>
        <p:nvSpPr>
          <p:cNvPr id="23" name="Espace réservé du texte 14"/>
          <p:cNvSpPr>
            <a:spLocks noGrp="1"/>
          </p:cNvSpPr>
          <p:nvPr>
            <p:ph type="body" sz="quarter" idx="14" hasCustomPrompt="1"/>
          </p:nvPr>
        </p:nvSpPr>
        <p:spPr>
          <a:xfrm>
            <a:off x="1705683" y="3055707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 smtClean="0"/>
              <a:t>Cliquez pour modifier les styles du texte du masque</a:t>
            </a:r>
          </a:p>
        </p:txBody>
      </p:sp>
      <p:sp>
        <p:nvSpPr>
          <p:cNvPr id="24" name="Espace réservé du texte 14"/>
          <p:cNvSpPr>
            <a:spLocks noGrp="1"/>
          </p:cNvSpPr>
          <p:nvPr>
            <p:ph type="body" sz="quarter" idx="15" hasCustomPrompt="1"/>
          </p:nvPr>
        </p:nvSpPr>
        <p:spPr>
          <a:xfrm>
            <a:off x="1705683" y="4581732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 smtClean="0"/>
              <a:t>Cliquez pour modifier les styles du texte du masque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9" hasCustomPrompt="1"/>
          </p:nvPr>
        </p:nvSpPr>
        <p:spPr>
          <a:xfrm>
            <a:off x="1705684" y="2268682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 smtClean="0"/>
              <a:t>Deuxième niveau</a:t>
            </a:r>
          </a:p>
        </p:txBody>
      </p:sp>
      <p:sp>
        <p:nvSpPr>
          <p:cNvPr id="30" name="Espace réservé du texte 5"/>
          <p:cNvSpPr>
            <a:spLocks noGrp="1"/>
          </p:cNvSpPr>
          <p:nvPr>
            <p:ph type="body" sz="quarter" idx="22" hasCustomPrompt="1"/>
          </p:nvPr>
        </p:nvSpPr>
        <p:spPr>
          <a:xfrm>
            <a:off x="1705684" y="3779607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 smtClean="0"/>
              <a:t>Deuxième niveau</a:t>
            </a:r>
          </a:p>
        </p:txBody>
      </p:sp>
      <p:sp>
        <p:nvSpPr>
          <p:cNvPr id="31" name="Espace réservé du texte 5"/>
          <p:cNvSpPr>
            <a:spLocks noGrp="1"/>
          </p:cNvSpPr>
          <p:nvPr>
            <p:ph type="body" sz="quarter" idx="23" hasCustomPrompt="1"/>
          </p:nvPr>
        </p:nvSpPr>
        <p:spPr>
          <a:xfrm>
            <a:off x="1705683" y="5304078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 smtClean="0"/>
              <a:t>Deuxième niveau</a:t>
            </a:r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24" hasCustomPrompt="1"/>
          </p:nvPr>
        </p:nvSpPr>
        <p:spPr>
          <a:xfrm>
            <a:off x="503302" y="1599466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dirty="0" smtClean="0"/>
              <a:t>01</a:t>
            </a:r>
            <a:endParaRPr lang="fr-FR" dirty="0"/>
          </a:p>
        </p:txBody>
      </p:sp>
      <p:sp>
        <p:nvSpPr>
          <p:cNvPr id="46" name="Espace réservé du contenu 7"/>
          <p:cNvSpPr>
            <a:spLocks noGrp="1"/>
          </p:cNvSpPr>
          <p:nvPr>
            <p:ph sz="quarter" idx="28"/>
          </p:nvPr>
        </p:nvSpPr>
        <p:spPr>
          <a:xfrm>
            <a:off x="6534808" y="4588944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7" name="Espace réservé du contenu 7"/>
          <p:cNvSpPr>
            <a:spLocks noGrp="1"/>
          </p:cNvSpPr>
          <p:nvPr>
            <p:ph sz="quarter" idx="29"/>
          </p:nvPr>
        </p:nvSpPr>
        <p:spPr>
          <a:xfrm>
            <a:off x="6534808" y="3088900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8" name="Espace réservé du texte 14"/>
          <p:cNvSpPr>
            <a:spLocks noGrp="1"/>
          </p:cNvSpPr>
          <p:nvPr>
            <p:ph type="body" sz="quarter" idx="30" hasCustomPrompt="1"/>
          </p:nvPr>
        </p:nvSpPr>
        <p:spPr>
          <a:xfrm>
            <a:off x="7737190" y="1528409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 smtClean="0"/>
              <a:t>Cliquez pour modifier les styles du texte du masque</a:t>
            </a:r>
          </a:p>
        </p:txBody>
      </p:sp>
      <p:sp>
        <p:nvSpPr>
          <p:cNvPr id="49" name="Espace réservé du texte 14"/>
          <p:cNvSpPr>
            <a:spLocks noGrp="1"/>
          </p:cNvSpPr>
          <p:nvPr>
            <p:ph type="body" sz="quarter" idx="31" hasCustomPrompt="1"/>
          </p:nvPr>
        </p:nvSpPr>
        <p:spPr>
          <a:xfrm>
            <a:off x="7737189" y="3055707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 smtClean="0"/>
              <a:t>Cliquez pour modifier les styles du texte du masque</a:t>
            </a:r>
          </a:p>
        </p:txBody>
      </p:sp>
      <p:sp>
        <p:nvSpPr>
          <p:cNvPr id="50" name="Espace réservé du texte 14"/>
          <p:cNvSpPr>
            <a:spLocks noGrp="1"/>
          </p:cNvSpPr>
          <p:nvPr>
            <p:ph type="body" sz="quarter" idx="32" hasCustomPrompt="1"/>
          </p:nvPr>
        </p:nvSpPr>
        <p:spPr>
          <a:xfrm>
            <a:off x="7737189" y="4581732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 smtClean="0"/>
              <a:t>Cliquez pour modifier les styles du texte du masque</a:t>
            </a:r>
          </a:p>
        </p:txBody>
      </p:sp>
      <p:sp>
        <p:nvSpPr>
          <p:cNvPr id="51" name="Espace réservé du texte 5"/>
          <p:cNvSpPr>
            <a:spLocks noGrp="1"/>
          </p:cNvSpPr>
          <p:nvPr>
            <p:ph type="body" sz="quarter" idx="33" hasCustomPrompt="1"/>
          </p:nvPr>
        </p:nvSpPr>
        <p:spPr>
          <a:xfrm>
            <a:off x="7737190" y="2268682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 smtClean="0"/>
              <a:t>Deuxième niveau</a:t>
            </a:r>
          </a:p>
        </p:txBody>
      </p:sp>
      <p:sp>
        <p:nvSpPr>
          <p:cNvPr id="52" name="Espace réservé du texte 5"/>
          <p:cNvSpPr>
            <a:spLocks noGrp="1"/>
          </p:cNvSpPr>
          <p:nvPr>
            <p:ph type="body" sz="quarter" idx="34" hasCustomPrompt="1"/>
          </p:nvPr>
        </p:nvSpPr>
        <p:spPr>
          <a:xfrm>
            <a:off x="7737190" y="3779607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 smtClean="0"/>
              <a:t>Deuxième niveau</a:t>
            </a:r>
          </a:p>
        </p:txBody>
      </p:sp>
      <p:sp>
        <p:nvSpPr>
          <p:cNvPr id="53" name="Espace réservé du texte 5"/>
          <p:cNvSpPr>
            <a:spLocks noGrp="1"/>
          </p:cNvSpPr>
          <p:nvPr>
            <p:ph type="body" sz="quarter" idx="35" hasCustomPrompt="1"/>
          </p:nvPr>
        </p:nvSpPr>
        <p:spPr>
          <a:xfrm>
            <a:off x="7737189" y="5304078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 smtClean="0"/>
              <a:t>Deuxième niveau</a:t>
            </a:r>
          </a:p>
        </p:txBody>
      </p:sp>
      <p:sp>
        <p:nvSpPr>
          <p:cNvPr id="54" name="Espace réservé du contenu 7"/>
          <p:cNvSpPr>
            <a:spLocks noGrp="1"/>
          </p:cNvSpPr>
          <p:nvPr>
            <p:ph sz="quarter" idx="36"/>
          </p:nvPr>
        </p:nvSpPr>
        <p:spPr>
          <a:xfrm>
            <a:off x="6534808" y="1599466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cxnSp>
        <p:nvCxnSpPr>
          <p:cNvPr id="32" name="Connecteur droit 31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36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smtClean="0"/>
              <a:t>2024 | ©HeadMind Partners</a:t>
            </a:r>
            <a:endParaRPr lang="fr-FR" dirty="0"/>
          </a:p>
        </p:txBody>
      </p:sp>
      <p:cxnSp>
        <p:nvCxnSpPr>
          <p:cNvPr id="37" name="Connecteur droit 36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41607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age de Titre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05" b="25811"/>
          <a:stretch/>
        </p:blipFill>
        <p:spPr>
          <a:xfrm>
            <a:off x="0" y="467617"/>
            <a:ext cx="9493245" cy="6390383"/>
          </a:xfrm>
          <a:prstGeom prst="rect">
            <a:avLst/>
          </a:prstGeom>
        </p:spPr>
      </p:pic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819795" y="3909218"/>
            <a:ext cx="6716792" cy="865186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2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3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smtClean="0"/>
              <a:t>2024 | ©HeadMind Partners</a:t>
            </a:r>
            <a:endParaRPr lang="fr-FR" dirty="0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819795" y="4774405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rgbClr val="002060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cxnSp>
        <p:nvCxnSpPr>
          <p:cNvPr id="9" name="Connecteur droit 8"/>
          <p:cNvCxnSpPr/>
          <p:nvPr/>
        </p:nvCxnSpPr>
        <p:spPr>
          <a:xfrm>
            <a:off x="946692" y="4774405"/>
            <a:ext cx="673045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Image 15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817" y="0"/>
            <a:ext cx="889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5521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age de Titre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819795" y="3909218"/>
            <a:ext cx="6716792" cy="865186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819795" y="4774405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rgbClr val="002060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cxnSp>
        <p:nvCxnSpPr>
          <p:cNvPr id="9" name="Connecteur droit 8"/>
          <p:cNvCxnSpPr/>
          <p:nvPr/>
        </p:nvCxnSpPr>
        <p:spPr>
          <a:xfrm>
            <a:off x="946692" y="4774405"/>
            <a:ext cx="673045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7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smtClean="0"/>
              <a:t>2024 | ©HeadMind Partners</a:t>
            </a:r>
            <a:endParaRPr lang="fr-FR" dirty="0"/>
          </a:p>
        </p:txBody>
      </p:sp>
      <p:cxnSp>
        <p:nvCxnSpPr>
          <p:cNvPr id="18" name="Connecteur droit 17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 10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817" y="0"/>
            <a:ext cx="889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6935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age de Titre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4" t="3829" b="13779"/>
          <a:stretch/>
        </p:blipFill>
        <p:spPr>
          <a:xfrm>
            <a:off x="-9525" y="0"/>
            <a:ext cx="9775694" cy="6858000"/>
          </a:xfrm>
          <a:prstGeom prst="rect">
            <a:avLst/>
          </a:prstGeom>
        </p:spPr>
      </p:pic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819795" y="3909218"/>
            <a:ext cx="6716792" cy="865186"/>
          </a:xfrm>
        </p:spPr>
        <p:txBody>
          <a:bodyPr/>
          <a:lstStyle>
            <a:lvl1pPr>
              <a:defRPr sz="4800">
                <a:solidFill>
                  <a:srgbClr val="003057"/>
                </a:solidFill>
                <a:latin typeface="+mj-lt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819795" y="4774405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rgbClr val="002060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cxnSp>
        <p:nvCxnSpPr>
          <p:cNvPr id="9" name="Connecteur droit 8"/>
          <p:cNvCxnSpPr/>
          <p:nvPr/>
        </p:nvCxnSpPr>
        <p:spPr>
          <a:xfrm>
            <a:off x="946692" y="4774405"/>
            <a:ext cx="673045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7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smtClean="0"/>
              <a:t>2024 | ©HeadMind Partners</a:t>
            </a:r>
            <a:endParaRPr lang="fr-FR" dirty="0"/>
          </a:p>
        </p:txBody>
      </p:sp>
      <p:cxnSp>
        <p:nvCxnSpPr>
          <p:cNvPr id="18" name="Connecteur droit 17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 10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817" y="0"/>
            <a:ext cx="889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132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Page de Titre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819795" y="3909218"/>
            <a:ext cx="6716792" cy="865186"/>
          </a:xfrm>
        </p:spPr>
        <p:txBody>
          <a:bodyPr/>
          <a:lstStyle>
            <a:lvl1pPr>
              <a:defRPr sz="4800">
                <a:solidFill>
                  <a:srgbClr val="003057"/>
                </a:solidFill>
                <a:latin typeface="+mj-lt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819795" y="4774405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rgbClr val="002060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cxnSp>
        <p:nvCxnSpPr>
          <p:cNvPr id="9" name="Connecteur droit 8"/>
          <p:cNvCxnSpPr/>
          <p:nvPr/>
        </p:nvCxnSpPr>
        <p:spPr>
          <a:xfrm>
            <a:off x="946692" y="4774405"/>
            <a:ext cx="673045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7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smtClean="0"/>
              <a:t>2024 | ©HeadMind Partners</a:t>
            </a:r>
            <a:endParaRPr lang="fr-FR" dirty="0"/>
          </a:p>
        </p:txBody>
      </p:sp>
      <p:cxnSp>
        <p:nvCxnSpPr>
          <p:cNvPr id="18" name="Connecteur droit 17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 10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817" y="0"/>
            <a:ext cx="889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6459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Page de Titre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1251" y="0"/>
            <a:ext cx="3530412" cy="6858000"/>
          </a:xfrm>
          <a:prstGeom prst="rect">
            <a:avLst/>
          </a:prstGeom>
        </p:spPr>
      </p:pic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819795" y="3909218"/>
            <a:ext cx="6716792" cy="865186"/>
          </a:xfrm>
        </p:spPr>
        <p:txBody>
          <a:bodyPr/>
          <a:lstStyle>
            <a:lvl1pPr>
              <a:defRPr sz="4800">
                <a:solidFill>
                  <a:srgbClr val="003057"/>
                </a:solidFill>
                <a:latin typeface="+mj-lt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819795" y="4774405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rgbClr val="002060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cxnSp>
        <p:nvCxnSpPr>
          <p:cNvPr id="9" name="Connecteur droit 8"/>
          <p:cNvCxnSpPr/>
          <p:nvPr/>
        </p:nvCxnSpPr>
        <p:spPr>
          <a:xfrm>
            <a:off x="946692" y="4774405"/>
            <a:ext cx="673045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7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smtClean="0"/>
              <a:t>2024 | ©HeadMind Partners</a:t>
            </a:r>
            <a:endParaRPr lang="fr-FR" dirty="0"/>
          </a:p>
        </p:txBody>
      </p:sp>
      <p:cxnSp>
        <p:nvCxnSpPr>
          <p:cNvPr id="18" name="Connecteur droit 17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3569" y="1719879"/>
            <a:ext cx="3219282" cy="3219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9567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Page de Titre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25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87"/>
          <a:stretch/>
        </p:blipFill>
        <p:spPr>
          <a:xfrm>
            <a:off x="195852" y="0"/>
            <a:ext cx="3428498" cy="6858000"/>
          </a:xfrm>
          <a:prstGeom prst="rect">
            <a:avLst/>
          </a:prstGeom>
        </p:spPr>
      </p:pic>
      <p:sp>
        <p:nvSpPr>
          <p:cNvPr id="16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cxnSp>
        <p:nvCxnSpPr>
          <p:cNvPr id="18" name="Connecteur droit 17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2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smtClean="0"/>
              <a:t>2024 | ©HeadMind Partners</a:t>
            </a:r>
            <a:endParaRPr lang="fr-FR" dirty="0"/>
          </a:p>
        </p:txBody>
      </p:sp>
      <p:sp>
        <p:nvSpPr>
          <p:cNvPr id="8" name="ZoneTexte 7"/>
          <p:cNvSpPr txBox="1"/>
          <p:nvPr/>
        </p:nvSpPr>
        <p:spPr>
          <a:xfrm>
            <a:off x="1813357" y="2067004"/>
            <a:ext cx="203213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600" dirty="0" smtClean="0">
                <a:solidFill>
                  <a:schemeClr val="accent5"/>
                </a:solidFill>
                <a:latin typeface="+mn-lt"/>
              </a:rPr>
              <a:t>.</a:t>
            </a:r>
            <a:endParaRPr lang="fr-FR" sz="1400" dirty="0">
              <a:solidFill>
                <a:schemeClr val="accent5"/>
              </a:solidFill>
              <a:latin typeface="+mn-lt"/>
            </a:endParaRPr>
          </a:p>
        </p:txBody>
      </p:sp>
      <p:sp>
        <p:nvSpPr>
          <p:cNvPr id="11" name="Espace réservé du pied de page 3"/>
          <p:cNvSpPr txBox="1">
            <a:spLocks/>
          </p:cNvSpPr>
          <p:nvPr/>
        </p:nvSpPr>
        <p:spPr>
          <a:xfrm>
            <a:off x="357050" y="2603863"/>
            <a:ext cx="1628503" cy="2110019"/>
          </a:xfrm>
          <a:prstGeom prst="rect">
            <a:avLst/>
          </a:prstGeom>
        </p:spPr>
        <p:txBody>
          <a:bodyPr tIns="108000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20" name="Espace réservé du texte 19"/>
          <p:cNvSpPr>
            <a:spLocks noGrp="1"/>
          </p:cNvSpPr>
          <p:nvPr>
            <p:ph type="body" sz="quarter" idx="10" hasCustomPrompt="1"/>
          </p:nvPr>
        </p:nvSpPr>
        <p:spPr>
          <a:xfrm>
            <a:off x="1086282" y="2024158"/>
            <a:ext cx="1454150" cy="2681288"/>
          </a:xfrm>
        </p:spPr>
        <p:txBody>
          <a:bodyPr/>
          <a:lstStyle>
            <a:lvl1pPr marL="0" indent="0">
              <a:buNone/>
              <a:defRPr sz="16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smtClean="0"/>
              <a:t>1</a:t>
            </a:r>
            <a:endParaRPr lang="fr-FR" dirty="0"/>
          </a:p>
        </p:txBody>
      </p:sp>
      <p:cxnSp>
        <p:nvCxnSpPr>
          <p:cNvPr id="23" name="Connecteur droit 22"/>
          <p:cNvCxnSpPr/>
          <p:nvPr/>
        </p:nvCxnSpPr>
        <p:spPr>
          <a:xfrm>
            <a:off x="4361978" y="3776223"/>
            <a:ext cx="673045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itre 1"/>
          <p:cNvSpPr>
            <a:spLocks noGrp="1"/>
          </p:cNvSpPr>
          <p:nvPr>
            <p:ph type="title"/>
          </p:nvPr>
        </p:nvSpPr>
        <p:spPr>
          <a:xfrm>
            <a:off x="4235081" y="2911036"/>
            <a:ext cx="6716792" cy="865186"/>
          </a:xfrm>
        </p:spPr>
        <p:txBody>
          <a:bodyPr/>
          <a:lstStyle>
            <a:lvl1pPr>
              <a:defRPr sz="4800">
                <a:solidFill>
                  <a:srgbClr val="003057"/>
                </a:solidFill>
                <a:latin typeface="+mj-lt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25" name="Espace réservé du texte 4"/>
          <p:cNvSpPr>
            <a:spLocks noGrp="1"/>
          </p:cNvSpPr>
          <p:nvPr>
            <p:ph type="body" sz="quarter" idx="11"/>
          </p:nvPr>
        </p:nvSpPr>
        <p:spPr>
          <a:xfrm>
            <a:off x="4235081" y="3776223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rgbClr val="002060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791421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527382" y="1568450"/>
            <a:ext cx="11137237" cy="4467225"/>
          </a:xfrm>
        </p:spPr>
        <p:txBody>
          <a:bodyPr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marL="1165225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 sz="1400">
                <a:solidFill>
                  <a:schemeClr val="tx1"/>
                </a:solidFill>
              </a:defRPr>
            </a:lvl4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314" b="36992"/>
          <a:stretch/>
        </p:blipFill>
        <p:spPr>
          <a:xfrm>
            <a:off x="4108285" y="1314847"/>
            <a:ext cx="8083715" cy="5543153"/>
          </a:xfrm>
          <a:prstGeom prst="rect">
            <a:avLst/>
          </a:prstGeom>
        </p:spPr>
      </p:pic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smtClean="0"/>
              <a:t>2024 | ©HeadMind Partners</a:t>
            </a:r>
            <a:endParaRPr lang="fr-FR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29630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/>
        </p:nvCxnSpPr>
        <p:spPr>
          <a:xfrm>
            <a:off x="527382" y="1133475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527382" y="1568450"/>
            <a:ext cx="11137237" cy="4467225"/>
          </a:xfrm>
        </p:spPr>
        <p:txBody>
          <a:bodyPr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marL="1165225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 sz="1400">
                <a:solidFill>
                  <a:schemeClr val="tx1"/>
                </a:solidFill>
              </a:defRPr>
            </a:lvl4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</p:txBody>
      </p:sp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smtClean="0"/>
              <a:t>2024 | ©HeadMind Partners</a:t>
            </a:r>
            <a:endParaRPr lang="fr-FR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83812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682"/>
          <a:stretch/>
        </p:blipFill>
        <p:spPr>
          <a:xfrm>
            <a:off x="0" y="0"/>
            <a:ext cx="4671753" cy="6858000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17341" y="187550"/>
            <a:ext cx="6647610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/>
        </p:nvCxnSpPr>
        <p:spPr>
          <a:xfrm>
            <a:off x="5026429" y="1139602"/>
            <a:ext cx="6638190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5026429" y="1568450"/>
            <a:ext cx="6638190" cy="4467225"/>
          </a:xfrm>
        </p:spPr>
        <p:txBody>
          <a:bodyPr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marL="1165225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 sz="1400">
                <a:solidFill>
                  <a:schemeClr val="tx1"/>
                </a:solidFill>
              </a:defRPr>
            </a:lvl4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</p:txBody>
      </p:sp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smtClean="0"/>
              <a:t>2024 | ©HeadMind Partners</a:t>
            </a:r>
            <a:endParaRPr lang="fr-FR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" name="Espace réservé pour une image  9"/>
          <p:cNvSpPr>
            <a:spLocks noGrp="1"/>
          </p:cNvSpPr>
          <p:nvPr>
            <p:ph type="pic" sz="quarter" idx="17" hasCustomPrompt="1"/>
          </p:nvPr>
        </p:nvSpPr>
        <p:spPr>
          <a:xfrm>
            <a:off x="1286471" y="2014750"/>
            <a:ext cx="2098811" cy="2108363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108" i="1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a picture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8" hasCustomPrompt="1"/>
          </p:nvPr>
        </p:nvSpPr>
        <p:spPr>
          <a:xfrm>
            <a:off x="964276" y="4340178"/>
            <a:ext cx="2743200" cy="365125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smtClean="0"/>
              <a:t>Insérer une légende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842571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smtClean="0"/>
              <a:t>2024 | ©HeadMind Partners</a:t>
            </a:r>
            <a:endParaRPr lang="fr-FR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à coins arrondis 2"/>
          <p:cNvSpPr/>
          <p:nvPr/>
        </p:nvSpPr>
        <p:spPr>
          <a:xfrm>
            <a:off x="761152" y="1380584"/>
            <a:ext cx="3219797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à coins arrondis 9"/>
          <p:cNvSpPr/>
          <p:nvPr/>
        </p:nvSpPr>
        <p:spPr>
          <a:xfrm>
            <a:off x="4486102" y="1412468"/>
            <a:ext cx="3219797" cy="4663103"/>
          </a:xfrm>
          <a:prstGeom prst="roundRect">
            <a:avLst>
              <a:gd name="adj" fmla="val 1878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fr-FR"/>
          </a:p>
        </p:txBody>
      </p:sp>
      <p:sp>
        <p:nvSpPr>
          <p:cNvPr id="11" name="Rectangle à coins arrondis 10"/>
          <p:cNvSpPr/>
          <p:nvPr/>
        </p:nvSpPr>
        <p:spPr>
          <a:xfrm>
            <a:off x="8211052" y="1412468"/>
            <a:ext cx="3219797" cy="4663103"/>
          </a:xfrm>
          <a:prstGeom prst="roundRect">
            <a:avLst>
              <a:gd name="adj" fmla="val 1681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69841" b="43898"/>
          <a:stretch/>
        </p:blipFill>
        <p:spPr>
          <a:xfrm>
            <a:off x="761152" y="1383891"/>
            <a:ext cx="3217876" cy="3042459"/>
          </a:xfrm>
          <a:prstGeom prst="round2SameRect">
            <a:avLst>
              <a:gd name="adj1" fmla="val 1640"/>
              <a:gd name="adj2" fmla="val 0"/>
            </a:avLst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50" t="5408" r="39564" b="43898"/>
          <a:stretch/>
        </p:blipFill>
        <p:spPr>
          <a:xfrm>
            <a:off x="4484181" y="1402941"/>
            <a:ext cx="3220486" cy="3042459"/>
          </a:xfrm>
          <a:prstGeom prst="round2SameRect">
            <a:avLst>
              <a:gd name="adj1" fmla="val 1825"/>
              <a:gd name="adj2" fmla="val 0"/>
            </a:avLst>
          </a:prstGeom>
        </p:spPr>
      </p:pic>
      <p:pic>
        <p:nvPicPr>
          <p:cNvPr id="21" name="Image 20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475" t="5408" r="9332" b="43898"/>
          <a:stretch/>
        </p:blipFill>
        <p:spPr>
          <a:xfrm>
            <a:off x="8207899" y="1402941"/>
            <a:ext cx="3222101" cy="3042459"/>
          </a:xfrm>
          <a:prstGeom prst="round2SameRect">
            <a:avLst>
              <a:gd name="adj1" fmla="val 1825"/>
              <a:gd name="adj2" fmla="val 0"/>
            </a:avLst>
          </a:prstGeom>
        </p:spPr>
      </p:pic>
      <p:sp>
        <p:nvSpPr>
          <p:cNvPr id="27" name="Espace réservé du texte 26"/>
          <p:cNvSpPr>
            <a:spLocks noGrp="1"/>
          </p:cNvSpPr>
          <p:nvPr>
            <p:ph type="body" sz="quarter" idx="10" hasCustomPrompt="1"/>
          </p:nvPr>
        </p:nvSpPr>
        <p:spPr>
          <a:xfrm>
            <a:off x="905628" y="4603750"/>
            <a:ext cx="2980572" cy="378701"/>
          </a:xfr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</a:lstStyle>
          <a:p>
            <a:pPr lvl="0"/>
            <a:r>
              <a:rPr lang="fr-FR" dirty="0" smtClean="0"/>
              <a:t>Sous-titre</a:t>
            </a:r>
            <a:endParaRPr lang="fr-FR" dirty="0"/>
          </a:p>
        </p:txBody>
      </p:sp>
      <p:sp>
        <p:nvSpPr>
          <p:cNvPr id="30" name="Espace réservé du texte 26"/>
          <p:cNvSpPr>
            <a:spLocks noGrp="1"/>
          </p:cNvSpPr>
          <p:nvPr>
            <p:ph type="body" sz="quarter" idx="13" hasCustomPrompt="1"/>
          </p:nvPr>
        </p:nvSpPr>
        <p:spPr>
          <a:xfrm>
            <a:off x="905628" y="5154002"/>
            <a:ext cx="2980572" cy="378701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 smtClean="0"/>
              <a:t>Insérer du texte</a:t>
            </a:r>
            <a:endParaRPr lang="fr-FR" dirty="0"/>
          </a:p>
        </p:txBody>
      </p:sp>
      <p:sp>
        <p:nvSpPr>
          <p:cNvPr id="31" name="Espace réservé du texte 26"/>
          <p:cNvSpPr>
            <a:spLocks noGrp="1"/>
          </p:cNvSpPr>
          <p:nvPr>
            <p:ph type="body" sz="quarter" idx="14" hasCustomPrompt="1"/>
          </p:nvPr>
        </p:nvSpPr>
        <p:spPr>
          <a:xfrm>
            <a:off x="4604138" y="4603750"/>
            <a:ext cx="2980572" cy="378701"/>
          </a:xfr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</a:lstStyle>
          <a:p>
            <a:pPr lvl="0"/>
            <a:r>
              <a:rPr lang="fr-FR" dirty="0" smtClean="0"/>
              <a:t>Sous-titre</a:t>
            </a:r>
            <a:endParaRPr lang="fr-FR" dirty="0"/>
          </a:p>
        </p:txBody>
      </p:sp>
      <p:sp>
        <p:nvSpPr>
          <p:cNvPr id="32" name="Espace réservé du texte 26"/>
          <p:cNvSpPr>
            <a:spLocks noGrp="1"/>
          </p:cNvSpPr>
          <p:nvPr>
            <p:ph type="body" sz="quarter" idx="15" hasCustomPrompt="1"/>
          </p:nvPr>
        </p:nvSpPr>
        <p:spPr>
          <a:xfrm>
            <a:off x="4604138" y="5154002"/>
            <a:ext cx="2980572" cy="378701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 smtClean="0"/>
              <a:t>Insérer du texte</a:t>
            </a:r>
            <a:endParaRPr lang="fr-FR" dirty="0"/>
          </a:p>
        </p:txBody>
      </p:sp>
      <p:sp>
        <p:nvSpPr>
          <p:cNvPr id="33" name="Espace réservé du texte 26"/>
          <p:cNvSpPr>
            <a:spLocks noGrp="1"/>
          </p:cNvSpPr>
          <p:nvPr>
            <p:ph type="body" sz="quarter" idx="16" hasCustomPrompt="1"/>
          </p:nvPr>
        </p:nvSpPr>
        <p:spPr>
          <a:xfrm>
            <a:off x="8315578" y="4603750"/>
            <a:ext cx="2980572" cy="378701"/>
          </a:xfr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</a:lstStyle>
          <a:p>
            <a:pPr lvl="0"/>
            <a:r>
              <a:rPr lang="fr-FR" dirty="0" smtClean="0"/>
              <a:t>Sous-titre</a:t>
            </a:r>
            <a:endParaRPr lang="fr-FR" dirty="0"/>
          </a:p>
        </p:txBody>
      </p:sp>
      <p:sp>
        <p:nvSpPr>
          <p:cNvPr id="34" name="Espace réservé du texte 26"/>
          <p:cNvSpPr>
            <a:spLocks noGrp="1"/>
          </p:cNvSpPr>
          <p:nvPr>
            <p:ph type="body" sz="quarter" idx="17" hasCustomPrompt="1"/>
          </p:nvPr>
        </p:nvSpPr>
        <p:spPr>
          <a:xfrm>
            <a:off x="8315578" y="5154002"/>
            <a:ext cx="2980572" cy="378701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 smtClean="0"/>
              <a:t>Insérer du texte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736463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smtClean="0"/>
              <a:t>2024 | ©HeadMind Partners</a:t>
            </a:r>
            <a:endParaRPr lang="fr-FR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à coins arrondis 2"/>
          <p:cNvSpPr/>
          <p:nvPr/>
        </p:nvSpPr>
        <p:spPr>
          <a:xfrm>
            <a:off x="632231" y="1369034"/>
            <a:ext cx="2638019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633191" y="1359921"/>
            <a:ext cx="2636098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30" name="Espace réservé du texte 26"/>
          <p:cNvSpPr>
            <a:spLocks noGrp="1"/>
          </p:cNvSpPr>
          <p:nvPr>
            <p:ph type="body" sz="quarter" idx="13" hasCustomPrompt="1"/>
          </p:nvPr>
        </p:nvSpPr>
        <p:spPr>
          <a:xfrm>
            <a:off x="778454" y="2189022"/>
            <a:ext cx="2345572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 smtClean="0"/>
              <a:t>Insérer du texte</a:t>
            </a:r>
            <a:endParaRPr lang="fr-FR" dirty="0"/>
          </a:p>
        </p:txBody>
      </p:sp>
      <p:sp>
        <p:nvSpPr>
          <p:cNvPr id="22" name="Espace réservé du texte 26"/>
          <p:cNvSpPr>
            <a:spLocks noGrp="1"/>
          </p:cNvSpPr>
          <p:nvPr>
            <p:ph type="body" sz="quarter" idx="18" hasCustomPrompt="1"/>
          </p:nvPr>
        </p:nvSpPr>
        <p:spPr>
          <a:xfrm>
            <a:off x="743529" y="1450588"/>
            <a:ext cx="2415422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 smtClean="0"/>
              <a:t>Sous-titre</a:t>
            </a:r>
            <a:endParaRPr lang="fr-FR" dirty="0"/>
          </a:p>
        </p:txBody>
      </p:sp>
      <p:sp>
        <p:nvSpPr>
          <p:cNvPr id="41" name="Rectangle à coins arrondis 40"/>
          <p:cNvSpPr/>
          <p:nvPr/>
        </p:nvSpPr>
        <p:spPr>
          <a:xfrm>
            <a:off x="3408376" y="1369034"/>
            <a:ext cx="2638019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4" name="Image 2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3409336" y="1359921"/>
            <a:ext cx="2636098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43" name="Espace réservé du texte 26"/>
          <p:cNvSpPr>
            <a:spLocks noGrp="1"/>
          </p:cNvSpPr>
          <p:nvPr>
            <p:ph type="body" sz="quarter" idx="19" hasCustomPrompt="1"/>
          </p:nvPr>
        </p:nvSpPr>
        <p:spPr>
          <a:xfrm>
            <a:off x="3554599" y="2189022"/>
            <a:ext cx="2345572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 smtClean="0"/>
              <a:t>Insérer du texte</a:t>
            </a:r>
            <a:endParaRPr lang="fr-FR" dirty="0"/>
          </a:p>
        </p:txBody>
      </p:sp>
      <p:sp>
        <p:nvSpPr>
          <p:cNvPr id="44" name="Espace réservé du texte 26"/>
          <p:cNvSpPr>
            <a:spLocks noGrp="1"/>
          </p:cNvSpPr>
          <p:nvPr>
            <p:ph type="body" sz="quarter" idx="20" hasCustomPrompt="1"/>
          </p:nvPr>
        </p:nvSpPr>
        <p:spPr>
          <a:xfrm>
            <a:off x="3519674" y="1450588"/>
            <a:ext cx="2415422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 smtClean="0"/>
              <a:t>Sous-titre</a:t>
            </a:r>
            <a:endParaRPr lang="fr-FR" dirty="0"/>
          </a:p>
        </p:txBody>
      </p:sp>
      <p:sp>
        <p:nvSpPr>
          <p:cNvPr id="45" name="Rectangle à coins arrondis 44"/>
          <p:cNvSpPr/>
          <p:nvPr/>
        </p:nvSpPr>
        <p:spPr>
          <a:xfrm>
            <a:off x="6184521" y="1366877"/>
            <a:ext cx="2638019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5" name="Image 24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6185481" y="1359921"/>
            <a:ext cx="2636098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47" name="Espace réservé du texte 26"/>
          <p:cNvSpPr>
            <a:spLocks noGrp="1"/>
          </p:cNvSpPr>
          <p:nvPr>
            <p:ph type="body" sz="quarter" idx="21" hasCustomPrompt="1"/>
          </p:nvPr>
        </p:nvSpPr>
        <p:spPr>
          <a:xfrm>
            <a:off x="6330744" y="2186865"/>
            <a:ext cx="2345572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 smtClean="0"/>
              <a:t>Insérer du texte</a:t>
            </a:r>
            <a:endParaRPr lang="fr-FR" dirty="0"/>
          </a:p>
        </p:txBody>
      </p:sp>
      <p:sp>
        <p:nvSpPr>
          <p:cNvPr id="48" name="Espace réservé du texte 26"/>
          <p:cNvSpPr>
            <a:spLocks noGrp="1"/>
          </p:cNvSpPr>
          <p:nvPr>
            <p:ph type="body" sz="quarter" idx="22" hasCustomPrompt="1"/>
          </p:nvPr>
        </p:nvSpPr>
        <p:spPr>
          <a:xfrm>
            <a:off x="6295819" y="1448431"/>
            <a:ext cx="2415422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 smtClean="0"/>
              <a:t>Sous-titre</a:t>
            </a:r>
            <a:endParaRPr lang="fr-FR" dirty="0"/>
          </a:p>
        </p:txBody>
      </p:sp>
      <p:sp>
        <p:nvSpPr>
          <p:cNvPr id="49" name="Rectangle à coins arrondis 48"/>
          <p:cNvSpPr/>
          <p:nvPr/>
        </p:nvSpPr>
        <p:spPr>
          <a:xfrm>
            <a:off x="8960186" y="1366877"/>
            <a:ext cx="2638019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6" name="Image 25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8961146" y="1359921"/>
            <a:ext cx="2636098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51" name="Espace réservé du texte 26"/>
          <p:cNvSpPr>
            <a:spLocks noGrp="1"/>
          </p:cNvSpPr>
          <p:nvPr>
            <p:ph type="body" sz="quarter" idx="23" hasCustomPrompt="1"/>
          </p:nvPr>
        </p:nvSpPr>
        <p:spPr>
          <a:xfrm>
            <a:off x="9106409" y="2186865"/>
            <a:ext cx="2345572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 smtClean="0"/>
              <a:t>Insérer du texte</a:t>
            </a:r>
            <a:endParaRPr lang="fr-FR" dirty="0"/>
          </a:p>
        </p:txBody>
      </p:sp>
      <p:sp>
        <p:nvSpPr>
          <p:cNvPr id="52" name="Espace réservé du texte 26"/>
          <p:cNvSpPr>
            <a:spLocks noGrp="1"/>
          </p:cNvSpPr>
          <p:nvPr>
            <p:ph type="body" sz="quarter" idx="24" hasCustomPrompt="1"/>
          </p:nvPr>
        </p:nvSpPr>
        <p:spPr>
          <a:xfrm>
            <a:off x="9071484" y="1448431"/>
            <a:ext cx="2415422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 smtClean="0"/>
              <a:t>Sous-titre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516367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smtClean="0"/>
              <a:t>2024 | ©HeadMind Partners</a:t>
            </a:r>
            <a:endParaRPr lang="fr-FR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à coins arrondis 19"/>
          <p:cNvSpPr/>
          <p:nvPr/>
        </p:nvSpPr>
        <p:spPr>
          <a:xfrm>
            <a:off x="632231" y="1369034"/>
            <a:ext cx="3355569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1" name="Image 20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631009" y="1359921"/>
            <a:ext cx="3355569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23" name="Espace réservé du texte 26"/>
          <p:cNvSpPr>
            <a:spLocks noGrp="1"/>
          </p:cNvSpPr>
          <p:nvPr>
            <p:ph type="body" sz="quarter" idx="13" hasCustomPrompt="1"/>
          </p:nvPr>
        </p:nvSpPr>
        <p:spPr>
          <a:xfrm>
            <a:off x="818228" y="2189022"/>
            <a:ext cx="2983575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 smtClean="0"/>
              <a:t>Insérer du texte</a:t>
            </a:r>
            <a:endParaRPr lang="fr-FR" dirty="0"/>
          </a:p>
        </p:txBody>
      </p:sp>
      <p:sp>
        <p:nvSpPr>
          <p:cNvPr id="24" name="Espace réservé du texte 26"/>
          <p:cNvSpPr>
            <a:spLocks noGrp="1"/>
          </p:cNvSpPr>
          <p:nvPr>
            <p:ph type="body" sz="quarter" idx="18" hasCustomPrompt="1"/>
          </p:nvPr>
        </p:nvSpPr>
        <p:spPr>
          <a:xfrm>
            <a:off x="773803" y="1450588"/>
            <a:ext cx="3072425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 smtClean="0"/>
              <a:t>Sous-titre</a:t>
            </a:r>
            <a:endParaRPr lang="fr-FR" dirty="0"/>
          </a:p>
        </p:txBody>
      </p:sp>
      <p:sp>
        <p:nvSpPr>
          <p:cNvPr id="25" name="Rectangle à coins arrondis 24"/>
          <p:cNvSpPr/>
          <p:nvPr/>
        </p:nvSpPr>
        <p:spPr>
          <a:xfrm>
            <a:off x="4418216" y="1378147"/>
            <a:ext cx="3355569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6" name="Image 25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4420659" y="1359920"/>
            <a:ext cx="3353126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27" name="Espace réservé du texte 26"/>
          <p:cNvSpPr>
            <a:spLocks noGrp="1"/>
          </p:cNvSpPr>
          <p:nvPr>
            <p:ph type="body" sz="quarter" idx="19" hasCustomPrompt="1"/>
          </p:nvPr>
        </p:nvSpPr>
        <p:spPr>
          <a:xfrm>
            <a:off x="4604213" y="2198135"/>
            <a:ext cx="2983575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 smtClean="0"/>
              <a:t>Insérer du texte</a:t>
            </a:r>
            <a:endParaRPr lang="fr-FR" dirty="0"/>
          </a:p>
        </p:txBody>
      </p:sp>
      <p:sp>
        <p:nvSpPr>
          <p:cNvPr id="28" name="Espace réservé du texte 26"/>
          <p:cNvSpPr>
            <a:spLocks noGrp="1"/>
          </p:cNvSpPr>
          <p:nvPr>
            <p:ph type="body" sz="quarter" idx="20" hasCustomPrompt="1"/>
          </p:nvPr>
        </p:nvSpPr>
        <p:spPr>
          <a:xfrm>
            <a:off x="4559787" y="1459698"/>
            <a:ext cx="3072425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 smtClean="0"/>
              <a:t>Sous-titre</a:t>
            </a:r>
            <a:endParaRPr lang="fr-FR" dirty="0"/>
          </a:p>
        </p:txBody>
      </p:sp>
      <p:sp>
        <p:nvSpPr>
          <p:cNvPr id="29" name="Rectangle à coins arrondis 28"/>
          <p:cNvSpPr/>
          <p:nvPr/>
        </p:nvSpPr>
        <p:spPr>
          <a:xfrm>
            <a:off x="8204201" y="1378147"/>
            <a:ext cx="3355569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1" name="Image 30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8205422" y="1369034"/>
            <a:ext cx="3353126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32" name="Espace réservé du texte 26"/>
          <p:cNvSpPr>
            <a:spLocks noGrp="1"/>
          </p:cNvSpPr>
          <p:nvPr>
            <p:ph type="body" sz="quarter" idx="21" hasCustomPrompt="1"/>
          </p:nvPr>
        </p:nvSpPr>
        <p:spPr>
          <a:xfrm>
            <a:off x="8390198" y="2198135"/>
            <a:ext cx="2983575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 smtClean="0"/>
              <a:t>Insérer du texte</a:t>
            </a:r>
            <a:endParaRPr lang="fr-FR" dirty="0"/>
          </a:p>
        </p:txBody>
      </p:sp>
      <p:sp>
        <p:nvSpPr>
          <p:cNvPr id="33" name="Espace réservé du texte 26"/>
          <p:cNvSpPr>
            <a:spLocks noGrp="1"/>
          </p:cNvSpPr>
          <p:nvPr>
            <p:ph type="body" sz="quarter" idx="22" hasCustomPrompt="1"/>
          </p:nvPr>
        </p:nvSpPr>
        <p:spPr>
          <a:xfrm>
            <a:off x="8345773" y="1459701"/>
            <a:ext cx="3072425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 smtClean="0"/>
              <a:t>Sous-titre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510097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smtClean="0"/>
              <a:t>2024 | ©HeadMind Partners</a:t>
            </a:r>
            <a:endParaRPr lang="fr-FR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à coins arrondis 17"/>
          <p:cNvSpPr/>
          <p:nvPr/>
        </p:nvSpPr>
        <p:spPr>
          <a:xfrm>
            <a:off x="632231" y="1369034"/>
            <a:ext cx="5125718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9" name="Image 18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629997" y="1359921"/>
            <a:ext cx="5125718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25" name="Espace réservé du texte 26"/>
          <p:cNvSpPr>
            <a:spLocks noGrp="1"/>
          </p:cNvSpPr>
          <p:nvPr>
            <p:ph type="body" sz="quarter" idx="13" hasCustomPrompt="1"/>
          </p:nvPr>
        </p:nvSpPr>
        <p:spPr>
          <a:xfrm>
            <a:off x="818228" y="2189022"/>
            <a:ext cx="4557487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 smtClean="0"/>
              <a:t>Insérer du texte</a:t>
            </a:r>
            <a:endParaRPr lang="fr-FR" dirty="0"/>
          </a:p>
        </p:txBody>
      </p:sp>
      <p:sp>
        <p:nvSpPr>
          <p:cNvPr id="26" name="Espace réservé du texte 26"/>
          <p:cNvSpPr>
            <a:spLocks noGrp="1"/>
          </p:cNvSpPr>
          <p:nvPr>
            <p:ph type="body" sz="quarter" idx="18" hasCustomPrompt="1"/>
          </p:nvPr>
        </p:nvSpPr>
        <p:spPr>
          <a:xfrm>
            <a:off x="773802" y="1450588"/>
            <a:ext cx="4693209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 smtClean="0"/>
              <a:t>Sous-titre</a:t>
            </a:r>
            <a:endParaRPr lang="fr-FR" dirty="0"/>
          </a:p>
        </p:txBody>
      </p:sp>
      <p:sp>
        <p:nvSpPr>
          <p:cNvPr id="33" name="Rectangle à coins arrondis 32"/>
          <p:cNvSpPr/>
          <p:nvPr/>
        </p:nvSpPr>
        <p:spPr>
          <a:xfrm>
            <a:off x="6426149" y="1369034"/>
            <a:ext cx="5125718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4" name="Image 33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6423915" y="1359921"/>
            <a:ext cx="5125718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35" name="Espace réservé du texte 26"/>
          <p:cNvSpPr>
            <a:spLocks noGrp="1"/>
          </p:cNvSpPr>
          <p:nvPr>
            <p:ph type="body" sz="quarter" idx="19" hasCustomPrompt="1"/>
          </p:nvPr>
        </p:nvSpPr>
        <p:spPr>
          <a:xfrm>
            <a:off x="6612146" y="2189022"/>
            <a:ext cx="4557487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 smtClean="0"/>
              <a:t>Insérer du texte</a:t>
            </a:r>
            <a:endParaRPr lang="fr-FR" dirty="0"/>
          </a:p>
        </p:txBody>
      </p:sp>
      <p:sp>
        <p:nvSpPr>
          <p:cNvPr id="36" name="Espace réservé du texte 26"/>
          <p:cNvSpPr>
            <a:spLocks noGrp="1"/>
          </p:cNvSpPr>
          <p:nvPr>
            <p:ph type="body" sz="quarter" idx="20" hasCustomPrompt="1"/>
          </p:nvPr>
        </p:nvSpPr>
        <p:spPr>
          <a:xfrm>
            <a:off x="6567720" y="1450588"/>
            <a:ext cx="4693209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 smtClean="0"/>
              <a:t>Sous-titre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006524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 -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314" b="36992"/>
          <a:stretch/>
        </p:blipFill>
        <p:spPr>
          <a:xfrm>
            <a:off x="4108285" y="1314847"/>
            <a:ext cx="8083715" cy="5543153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3" hasCustomPrompt="1"/>
          </p:nvPr>
        </p:nvSpPr>
        <p:spPr>
          <a:xfrm>
            <a:off x="511908" y="1563976"/>
            <a:ext cx="5488843" cy="4450774"/>
          </a:xfrm>
        </p:spPr>
        <p:txBody>
          <a:bodyPr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Browallia New" panose="020B0604020202020204" pitchFamily="34" charset="-34"/>
              <a:buChar char="›"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−"/>
              <a:defRPr sz="14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</p:txBody>
      </p:sp>
      <p:sp>
        <p:nvSpPr>
          <p:cNvPr id="11" name="Espace réservé du contenu 2"/>
          <p:cNvSpPr>
            <a:spLocks noGrp="1"/>
          </p:cNvSpPr>
          <p:nvPr>
            <p:ph sz="quarter" idx="15"/>
          </p:nvPr>
        </p:nvSpPr>
        <p:spPr>
          <a:xfrm>
            <a:off x="6183924" y="6015038"/>
            <a:ext cx="5480695" cy="366935"/>
          </a:xfrm>
        </p:spPr>
        <p:txBody>
          <a:bodyPr/>
          <a:lstStyle>
            <a:lvl1pPr marL="0" indent="0" algn="r">
              <a:buNone/>
              <a:defRPr sz="1200" i="1"/>
            </a:lvl1pPr>
            <a:lvl2pPr>
              <a:defRPr sz="1400" i="1"/>
            </a:lvl2pPr>
            <a:lvl3pPr>
              <a:defRPr sz="1200" i="1"/>
            </a:lvl3pPr>
            <a:lvl4pPr>
              <a:buFont typeface="Arial" panose="020B0604020202020204" pitchFamily="34" charset="0"/>
              <a:buChar char="•"/>
              <a:defRPr sz="1200" i="1"/>
            </a:lvl4pPr>
            <a:lvl5pPr marL="2114550" indent="-285750">
              <a:buFont typeface="Arial" panose="020B0604020202020204" pitchFamily="34" charset="0"/>
              <a:buChar char="•"/>
              <a:defRPr sz="1800" i="1"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6"/>
          </p:nvPr>
        </p:nvSpPr>
        <p:spPr>
          <a:xfrm>
            <a:off x="6183313" y="1563688"/>
            <a:ext cx="5481306" cy="445135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fr-FR" dirty="0" smtClean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lang="fr-FR" dirty="0" smtClean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lang="fr-FR" dirty="0" smtClean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lang="fr-FR" dirty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4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</p:txBody>
      </p:sp>
      <p:cxnSp>
        <p:nvCxnSpPr>
          <p:cNvPr id="14" name="Connecteur droit 13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9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smtClean="0"/>
              <a:t>2024 | ©HeadMind Partners</a:t>
            </a:r>
            <a:endParaRPr lang="fr-FR" dirty="0"/>
          </a:p>
        </p:txBody>
      </p:sp>
      <p:cxnSp>
        <p:nvCxnSpPr>
          <p:cNvPr id="20" name="Connecteur droit 19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60181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oom Mi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527382" y="1307805"/>
            <a:ext cx="685468" cy="1541055"/>
          </a:xfrm>
          <a:solidFill>
            <a:schemeClr val="tx1"/>
          </a:solidFill>
        </p:spPr>
        <p:txBody>
          <a:bodyPr vert="vert270" anchor="ctr" anchorCtr="0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269875" indent="0">
              <a:buNone/>
              <a:defRPr>
                <a:latin typeface="+mj-lt"/>
              </a:defRPr>
            </a:lvl2pPr>
            <a:lvl3pPr marL="577850" indent="0">
              <a:buNone/>
              <a:defRPr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u texte 3"/>
          <p:cNvSpPr>
            <a:spLocks noGrp="1"/>
          </p:cNvSpPr>
          <p:nvPr>
            <p:ph type="body" sz="quarter" idx="11"/>
          </p:nvPr>
        </p:nvSpPr>
        <p:spPr>
          <a:xfrm>
            <a:off x="527382" y="2966807"/>
            <a:ext cx="685468" cy="1541055"/>
          </a:xfrm>
          <a:solidFill>
            <a:schemeClr val="accent2"/>
          </a:solidFill>
        </p:spPr>
        <p:txBody>
          <a:bodyPr vert="vert270" anchor="ctr" anchorCtr="0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269875" indent="0">
              <a:buNone/>
              <a:defRPr>
                <a:latin typeface="+mj-lt"/>
              </a:defRPr>
            </a:lvl2pPr>
            <a:lvl3pPr marL="577850" indent="0">
              <a:buNone/>
              <a:defRPr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texte 3"/>
          <p:cNvSpPr>
            <a:spLocks noGrp="1"/>
          </p:cNvSpPr>
          <p:nvPr>
            <p:ph type="body" sz="quarter" idx="12"/>
          </p:nvPr>
        </p:nvSpPr>
        <p:spPr>
          <a:xfrm>
            <a:off x="527381" y="4615189"/>
            <a:ext cx="685468" cy="1541055"/>
          </a:xfrm>
          <a:solidFill>
            <a:srgbClr val="C00000"/>
          </a:solidFill>
        </p:spPr>
        <p:txBody>
          <a:bodyPr vert="vert270" anchor="ctr" anchorCtr="0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269875" indent="0">
              <a:buNone/>
              <a:defRPr>
                <a:latin typeface="+mj-lt"/>
              </a:defRPr>
            </a:lvl2pPr>
            <a:lvl3pPr marL="577850" indent="0">
              <a:buNone/>
              <a:defRPr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13" name="Espace réservé du texte 12"/>
          <p:cNvSpPr>
            <a:spLocks noGrp="1"/>
          </p:cNvSpPr>
          <p:nvPr>
            <p:ph type="body" sz="quarter" idx="13"/>
          </p:nvPr>
        </p:nvSpPr>
        <p:spPr>
          <a:xfrm>
            <a:off x="1541721" y="1307806"/>
            <a:ext cx="10123229" cy="15410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</p:txBody>
      </p:sp>
      <p:sp>
        <p:nvSpPr>
          <p:cNvPr id="14" name="Espace réservé du texte 12"/>
          <p:cNvSpPr>
            <a:spLocks noGrp="1"/>
          </p:cNvSpPr>
          <p:nvPr>
            <p:ph type="body" sz="quarter" idx="14"/>
          </p:nvPr>
        </p:nvSpPr>
        <p:spPr>
          <a:xfrm>
            <a:off x="1541390" y="2966808"/>
            <a:ext cx="10123229" cy="15410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</p:txBody>
      </p:sp>
      <p:sp>
        <p:nvSpPr>
          <p:cNvPr id="15" name="Espace réservé du texte 12"/>
          <p:cNvSpPr>
            <a:spLocks noGrp="1"/>
          </p:cNvSpPr>
          <p:nvPr>
            <p:ph type="body" sz="quarter" idx="15"/>
          </p:nvPr>
        </p:nvSpPr>
        <p:spPr>
          <a:xfrm>
            <a:off x="1541390" y="4615189"/>
            <a:ext cx="10123229" cy="15410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1352" y="2848860"/>
            <a:ext cx="11124000" cy="10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rIns="432000" rtlCol="0" anchor="ctr"/>
          <a:lstStyle/>
          <a:p>
            <a:endParaRPr lang="fr-FR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Triangle isocèle 21"/>
          <p:cNvSpPr/>
          <p:nvPr/>
        </p:nvSpPr>
        <p:spPr>
          <a:xfrm flipV="1">
            <a:off x="1827803" y="2832685"/>
            <a:ext cx="623677" cy="78124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/>
          <p:cNvSpPr/>
          <p:nvPr/>
        </p:nvSpPr>
        <p:spPr>
          <a:xfrm>
            <a:off x="539342" y="4508916"/>
            <a:ext cx="11124000" cy="10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rIns="432000" rtlCol="0" anchor="ctr"/>
          <a:lstStyle/>
          <a:p>
            <a:endParaRPr lang="fr-FR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Triangle isocèle 21"/>
          <p:cNvSpPr/>
          <p:nvPr/>
        </p:nvSpPr>
        <p:spPr>
          <a:xfrm flipV="1">
            <a:off x="1825793" y="4492741"/>
            <a:ext cx="623677" cy="78124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1" name="Connecteur droit 20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26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smtClean="0"/>
              <a:t>2024 | ©HeadMind Partners</a:t>
            </a:r>
            <a:endParaRPr lang="fr-FR" dirty="0"/>
          </a:p>
        </p:txBody>
      </p:sp>
      <p:cxnSp>
        <p:nvCxnSpPr>
          <p:cNvPr id="27" name="Connecteur droit 26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92502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vie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8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smtClean="0"/>
              <a:t>2024 | ©HeadMind Partners</a:t>
            </a:r>
            <a:endParaRPr lang="fr-FR" dirty="0"/>
          </a:p>
        </p:txBody>
      </p:sp>
      <p:cxnSp>
        <p:nvCxnSpPr>
          <p:cNvPr id="9" name="Connecteur droit 8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27341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age de Titre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02100"/>
            <a:ext cx="12192000" cy="275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9" t="7916"/>
          <a:stretch>
            <a:fillRect/>
          </a:stretch>
        </p:blipFill>
        <p:spPr bwMode="auto">
          <a:xfrm>
            <a:off x="173038" y="141288"/>
            <a:ext cx="4664075" cy="386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4891733" y="2323782"/>
            <a:ext cx="6716792" cy="865186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4891733" y="4459399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numéro de diapositiv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511175" y="6407150"/>
            <a:ext cx="5672138" cy="365125"/>
          </a:xfrm>
          <a:prstGeom prst="rect">
            <a:avLst/>
          </a:prstGeom>
        </p:spPr>
        <p:txBody>
          <a:bodyPr tIns="108000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8430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511910" y="188640"/>
            <a:ext cx="11153041" cy="8651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36000" rIns="91440" bIns="360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fr-FR" dirty="0" smtClean="0"/>
              <a:t>Cliquez pour modifier le style du titre</a:t>
            </a:r>
          </a:p>
        </p:txBody>
      </p:sp>
      <p:sp>
        <p:nvSpPr>
          <p:cNvPr id="2051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511910" y="1563978"/>
            <a:ext cx="11153041" cy="445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85750" lvl="0" indent="-285750" algn="l" rtl="0" fontAlgn="base">
              <a:spcBef>
                <a:spcPct val="20000"/>
              </a:spcBef>
              <a:spcAft>
                <a:spcPct val="0"/>
              </a:spcAft>
            </a:pPr>
            <a:r>
              <a:rPr lang="fr-FR" dirty="0" smtClean="0"/>
              <a:t>Cliquez pour modifier les styles du texte du masque</a:t>
            </a:r>
          </a:p>
          <a:p>
            <a:pPr marL="444500" lvl="1" indent="-174625" algn="l" rtl="0" fontAlgn="base">
              <a:spcBef>
                <a:spcPct val="20000"/>
              </a:spcBef>
              <a:spcAft>
                <a:spcPct val="0"/>
              </a:spcAft>
              <a:buFont typeface="Browallia New" panose="020B0604020202020204" pitchFamily="34" charset="-34"/>
              <a:buChar char="›"/>
            </a:pPr>
            <a:r>
              <a:rPr lang="fr-FR" dirty="0" smtClean="0"/>
              <a:t>Deuxième niveau</a:t>
            </a:r>
          </a:p>
          <a:p>
            <a:pPr marL="806450" lvl="2" indent="-228600" algn="l" rtl="0" fontAlgn="base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</a:pPr>
            <a:r>
              <a:rPr lang="fr-FR" dirty="0" smtClean="0"/>
              <a:t>Troisième niveau</a:t>
            </a:r>
          </a:p>
          <a:p>
            <a:pPr marL="981075" lvl="3" indent="-241300" algn="l" rtl="0" fontAlgn="base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−"/>
            </a:pPr>
            <a:r>
              <a:rPr lang="fr-FR" dirty="0" smtClean="0"/>
              <a:t>Quatrième niveau</a:t>
            </a:r>
          </a:p>
        </p:txBody>
      </p:sp>
      <p:sp>
        <p:nvSpPr>
          <p:cNvPr id="5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48525" y="6406728"/>
            <a:ext cx="72000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6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511908" y="6406728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 smtClean="0"/>
              <a:t>2024 | ©</a:t>
            </a:r>
            <a:r>
              <a:rPr lang="en-US" dirty="0" err="1" smtClean="0"/>
              <a:t>HeadMind</a:t>
            </a:r>
            <a:r>
              <a:rPr lang="en-US" dirty="0" smtClean="0"/>
              <a:t> Partners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74539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19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21" r:id="rId18"/>
    <p:sldLayoutId id="2147483726" r:id="rId19"/>
    <p:sldLayoutId id="2147483731" r:id="rId20"/>
    <p:sldLayoutId id="2147483732" r:id="rId21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0" i="0" kern="1200" baseline="0">
          <a:solidFill>
            <a:srgbClr val="273457"/>
          </a:solidFill>
          <a:latin typeface="Franklin Gothic Book" panose="020B0503020102020204" pitchFamily="34" charset="0"/>
          <a:ea typeface="+mj-ea"/>
          <a:cs typeface="Franklin Gothic Book" panose="020B0503020102020204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285750" indent="-285750" algn="l" rtl="0" eaLnBrk="1" fontAlgn="base" hangingPunct="1">
        <a:lnSpc>
          <a:spcPct val="112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fr-FR" sz="1800" b="0" i="0" kern="1200" dirty="0" smtClean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12775" indent="-342900" algn="l" rtl="0" eaLnBrk="1" fontAlgn="base" hangingPunct="1">
        <a:lnSpc>
          <a:spcPct val="112000"/>
        </a:lnSpc>
        <a:spcBef>
          <a:spcPts val="0"/>
        </a:spcBef>
        <a:spcAft>
          <a:spcPts val="600"/>
        </a:spcAft>
        <a:buFont typeface="Browallia New" panose="020B0604020202020204" pitchFamily="34" charset="-34"/>
        <a:buChar char="›"/>
        <a:defRPr lang="fr-FR" sz="1600" b="0" i="0" kern="1200" dirty="0" smtClean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920750" indent="-342900" algn="l" rtl="0" eaLnBrk="1" fontAlgn="base" hangingPunct="1">
        <a:lnSpc>
          <a:spcPct val="112000"/>
        </a:lnSpc>
        <a:spcBef>
          <a:spcPts val="0"/>
        </a:spcBef>
        <a:spcAft>
          <a:spcPts val="600"/>
        </a:spcAft>
        <a:buFont typeface="Calibri" panose="020F0502020204030204" pitchFamily="34" charset="0"/>
        <a:buChar char="»"/>
        <a:defRPr lang="fr-FR" sz="1400" b="0" i="0" kern="1200" dirty="0" smtClean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025525" indent="-285750" algn="l" rtl="0" eaLnBrk="1" fontAlgn="base" hangingPunct="1">
        <a:lnSpc>
          <a:spcPct val="112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lang="fr-FR" sz="1400" b="0" i="0" kern="1200" dirty="0" smtClean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1828800" indent="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defRPr sz="2000" kern="1200">
          <a:solidFill>
            <a:schemeClr val="tx1">
              <a:lumMod val="75000"/>
              <a:lumOff val="25000"/>
            </a:schemeClr>
          </a:solidFill>
          <a:latin typeface="Browallia New" panose="020B0604020202020204" pitchFamily="34" charset="-34"/>
          <a:ea typeface="+mn-ea"/>
          <a:cs typeface="Browallia New" panose="020B0604020202020204" pitchFamily="34" charset="-34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dirty="0" smtClean="0"/>
              <a:t>3 – Entraîner et déployer un modèle de ML sur </a:t>
            </a:r>
            <a:r>
              <a:rPr lang="fr-FR" sz="2800" dirty="0" smtClean="0"/>
              <a:t>Azure </a:t>
            </a:r>
            <a:r>
              <a:rPr lang="fr-FR" sz="2800" dirty="0" smtClean="0"/>
              <a:t>avec </a:t>
            </a:r>
            <a:r>
              <a:rPr lang="fr-FR" sz="2800" dirty="0" err="1" smtClean="0"/>
              <a:t>AzureML</a:t>
            </a:r>
            <a:endParaRPr lang="fr-FR" sz="280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fr-FR" dirty="0" smtClean="0"/>
              <a:t>Modèle personnalisé, tâche d’entrainement, inférence de modèle en batch et en streaming, montées en charge d’un </a:t>
            </a:r>
            <a:r>
              <a:rPr lang="fr-FR" dirty="0" err="1" smtClean="0"/>
              <a:t>endpoint</a:t>
            </a:r>
            <a:r>
              <a:rPr lang="fr-FR" dirty="0" smtClean="0"/>
              <a:t>, A/B </a:t>
            </a:r>
            <a:r>
              <a:rPr lang="fr-FR" dirty="0" err="1" smtClean="0"/>
              <a:t>testing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9419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sz="quarter" idx="27"/>
          </p:nvPr>
        </p:nvSpPr>
        <p:spPr/>
        <p:txBody>
          <a:bodyPr/>
          <a:lstStyle/>
          <a:p>
            <a:r>
              <a:rPr lang="fr-FR" dirty="0" smtClean="0"/>
              <a:t>03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26"/>
          </p:nvPr>
        </p:nvSpPr>
        <p:spPr/>
        <p:txBody>
          <a:bodyPr/>
          <a:lstStyle/>
          <a:p>
            <a:r>
              <a:rPr lang="fr-FR" dirty="0" smtClean="0"/>
              <a:t>02</a:t>
            </a:r>
            <a:endParaRPr lang="fr-FR" dirty="0"/>
          </a:p>
        </p:txBody>
      </p:sp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/>
          </p:nvPr>
        </p:nvSpPr>
        <p:spPr>
          <a:xfrm>
            <a:off x="1705683" y="1606711"/>
            <a:ext cx="2536699" cy="709443"/>
          </a:xfrm>
        </p:spPr>
        <p:txBody>
          <a:bodyPr/>
          <a:lstStyle/>
          <a:p>
            <a:r>
              <a:rPr lang="fr-FR" dirty="0" smtClean="0"/>
              <a:t>Introduction et objectifs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1705683" y="3055707"/>
            <a:ext cx="4037892" cy="709443"/>
          </a:xfrm>
        </p:spPr>
        <p:txBody>
          <a:bodyPr/>
          <a:lstStyle/>
          <a:p>
            <a:r>
              <a:rPr lang="fr-FR" dirty="0" smtClean="0"/>
              <a:t>Entraînement d’un modèle sur un cloud</a:t>
            </a:r>
            <a:endParaRPr lang="fr-FR" dirty="0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5"/>
          </p:nvPr>
        </p:nvSpPr>
        <p:spPr>
          <a:xfrm>
            <a:off x="1705683" y="4581732"/>
            <a:ext cx="3265328" cy="709443"/>
          </a:xfrm>
        </p:spPr>
        <p:txBody>
          <a:bodyPr/>
          <a:lstStyle/>
          <a:p>
            <a:r>
              <a:rPr lang="fr-FR" dirty="0" smtClean="0"/>
              <a:t>Déploiement sur un </a:t>
            </a:r>
            <a:r>
              <a:rPr lang="fr-FR" dirty="0" err="1" smtClean="0"/>
              <a:t>endpoint</a:t>
            </a:r>
            <a:endParaRPr lang="fr-FR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fr-FR" dirty="0" err="1" smtClean="0"/>
              <a:t>Intérets</a:t>
            </a:r>
            <a:r>
              <a:rPr lang="fr-FR" dirty="0" smtClean="0"/>
              <a:t> du cloud</a:t>
            </a:r>
            <a:endParaRPr lang="fr-FR" dirty="0"/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fr-FR" dirty="0" smtClean="0"/>
              <a:t>Données, Azure Machine Learning</a:t>
            </a:r>
            <a:endParaRPr lang="fr-FR" dirty="0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fr-FR" dirty="0" smtClean="0"/>
              <a:t>F</a:t>
            </a:r>
            <a:r>
              <a:rPr lang="fr-FR" dirty="0"/>
              <a:t>onctionnement, Inférence par batch vs streaming</a:t>
            </a:r>
          </a:p>
          <a:p>
            <a:endParaRPr lang="fr-FR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4"/>
          </p:nvPr>
        </p:nvSpPr>
        <p:spPr/>
        <p:txBody>
          <a:bodyPr/>
          <a:lstStyle/>
          <a:p>
            <a:r>
              <a:rPr lang="fr-FR" dirty="0" smtClean="0"/>
              <a:t>01</a:t>
            </a:r>
            <a:endParaRPr lang="fr-FR" dirty="0"/>
          </a:p>
        </p:txBody>
      </p:sp>
      <p:sp>
        <p:nvSpPr>
          <p:cNvPr id="13" name="Espace réservé du contenu 12"/>
          <p:cNvSpPr>
            <a:spLocks noGrp="1"/>
          </p:cNvSpPr>
          <p:nvPr>
            <p:ph sz="quarter" idx="29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30"/>
          </p:nvPr>
        </p:nvSpPr>
        <p:spPr>
          <a:xfrm>
            <a:off x="7737190" y="1528409"/>
            <a:ext cx="3243923" cy="709443"/>
          </a:xfrm>
        </p:spPr>
        <p:txBody>
          <a:bodyPr/>
          <a:lstStyle/>
          <a:p>
            <a:r>
              <a:rPr lang="fr-FR" dirty="0"/>
              <a:t>Montée en charge d’un </a:t>
            </a:r>
            <a:r>
              <a:rPr lang="fr-FR" dirty="0" err="1"/>
              <a:t>endpoint</a:t>
            </a:r>
            <a:endParaRPr lang="fr-FR" dirty="0"/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31"/>
          </p:nvPr>
        </p:nvSpPr>
        <p:spPr>
          <a:xfrm>
            <a:off x="7737189" y="3055707"/>
            <a:ext cx="3842440" cy="709443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16" name="Espace réservé du texte 15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17" name="Espace réservé du texte 16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fr-FR" dirty="0" smtClean="0"/>
              <a:t>Définition et test</a:t>
            </a:r>
            <a:endParaRPr lang="fr-FR" dirty="0"/>
          </a:p>
        </p:txBody>
      </p:sp>
      <p:sp>
        <p:nvSpPr>
          <p:cNvPr id="18" name="Espace réservé du texte 17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19" name="Espace réservé du texte 18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36"/>
          </p:nvPr>
        </p:nvSpPr>
        <p:spPr/>
        <p:txBody>
          <a:bodyPr/>
          <a:lstStyle/>
          <a:p>
            <a:r>
              <a:rPr lang="fr-FR" dirty="0" smtClean="0"/>
              <a:t>04</a:t>
            </a:r>
            <a:endParaRPr lang="fr-FR" dirty="0"/>
          </a:p>
        </p:txBody>
      </p:sp>
      <p:sp>
        <p:nvSpPr>
          <p:cNvPr id="21" name="Espace réservé du numéro de diapositive 2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2</a:t>
            </a:fld>
            <a:endParaRPr lang="fr-FR" dirty="0"/>
          </a:p>
        </p:txBody>
      </p:sp>
      <p:sp>
        <p:nvSpPr>
          <p:cNvPr id="22" name="Espace réservé du pied de page 2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2024 | ©</a:t>
            </a:r>
            <a:r>
              <a:rPr lang="en-US" dirty="0" err="1" smtClean="0"/>
              <a:t>HeadMind</a:t>
            </a:r>
            <a:r>
              <a:rPr lang="en-US" dirty="0" smtClean="0"/>
              <a:t> Partners</a:t>
            </a:r>
            <a:endParaRPr lang="fr-FR" dirty="0"/>
          </a:p>
        </p:txBody>
      </p:sp>
      <p:sp>
        <p:nvSpPr>
          <p:cNvPr id="23" name="Espace réservé du contenu 22"/>
          <p:cNvSpPr>
            <a:spLocks noGrp="1"/>
          </p:cNvSpPr>
          <p:nvPr>
            <p:ph sz="quarter" idx="28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0596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Introduction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FR" dirty="0" smtClean="0"/>
              <a:t>Objectifs de la séance et cloud </a:t>
            </a:r>
            <a:r>
              <a:rPr lang="fr-FR" dirty="0" err="1" smtClean="0"/>
              <a:t>computing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93567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Introduction et objectifs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4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2024 | ©HeadMind Partners</a:t>
            </a:r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847897" y="2931375"/>
            <a:ext cx="6267797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400" dirty="0" smtClean="0"/>
              <a:t>Aujourd’hui, nous allons :</a:t>
            </a:r>
            <a:endParaRPr lang="fr-FR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dirty="0" smtClean="0"/>
              <a:t>Entraîner </a:t>
            </a:r>
            <a:r>
              <a:rPr lang="fr-FR" sz="1400" dirty="0"/>
              <a:t>un </a:t>
            </a:r>
            <a:r>
              <a:rPr lang="fr-FR" sz="1400" dirty="0" smtClean="0"/>
              <a:t>réseau de neurones </a:t>
            </a:r>
            <a:r>
              <a:rPr lang="fr-FR" sz="1400" dirty="0"/>
              <a:t>sur </a:t>
            </a:r>
            <a:r>
              <a:rPr lang="fr-FR" sz="1400" dirty="0" smtClean="0"/>
              <a:t>un </a:t>
            </a:r>
            <a:r>
              <a:rPr lang="fr-FR" sz="1400" dirty="0" err="1" smtClean="0"/>
              <a:t>dataset</a:t>
            </a:r>
            <a:r>
              <a:rPr lang="fr-FR" sz="1400" dirty="0" smtClean="0"/>
              <a:t>.</a:t>
            </a:r>
            <a:endParaRPr lang="fr-FR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dirty="0"/>
              <a:t>Optimiser les </a:t>
            </a:r>
            <a:r>
              <a:rPr lang="fr-FR" sz="1400" dirty="0" err="1"/>
              <a:t>hyperparamètres</a:t>
            </a:r>
            <a:r>
              <a:rPr lang="fr-FR" sz="1400" dirty="0"/>
              <a:t> </a:t>
            </a:r>
            <a:r>
              <a:rPr lang="fr-FR" sz="1400" dirty="0" smtClean="0"/>
              <a:t>de l’entraînement</a:t>
            </a:r>
            <a:endParaRPr lang="fr-FR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dirty="0"/>
              <a:t>Déployer en temps réel (online) et batch.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dirty="0"/>
              <a:t>Tester la montée en </a:t>
            </a:r>
            <a:r>
              <a:rPr lang="fr-FR" sz="1400" dirty="0" smtClean="0"/>
              <a:t>charge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1400" dirty="0"/>
          </a:p>
          <a:p>
            <a:pPr>
              <a:lnSpc>
                <a:spcPct val="150000"/>
              </a:lnSpc>
            </a:pPr>
            <a:r>
              <a:rPr lang="fr-FR" sz="1400" dirty="0" smtClean="0"/>
              <a:t>Ces étapes vont être effectuées sur le cloud Azure.</a:t>
            </a:r>
            <a:endParaRPr lang="fr-FR" sz="1400" dirty="0"/>
          </a:p>
          <a:p>
            <a:endParaRPr lang="fr-FR" dirty="0"/>
          </a:p>
        </p:txBody>
      </p:sp>
      <p:sp>
        <p:nvSpPr>
          <p:cNvPr id="11" name="ZoneTexte 10"/>
          <p:cNvSpPr txBox="1"/>
          <p:nvPr/>
        </p:nvSpPr>
        <p:spPr>
          <a:xfrm>
            <a:off x="847898" y="1299558"/>
            <a:ext cx="626779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400" dirty="0" smtClean="0"/>
              <a:t>Rappel lors du TP précédent,  :</a:t>
            </a:r>
            <a:endParaRPr lang="fr-FR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dirty="0" smtClean="0"/>
              <a:t>???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dirty="0" smtClean="0"/>
              <a:t>???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dirty="0"/>
              <a:t>??? </a:t>
            </a:r>
            <a:endParaRPr lang="fr-FR" dirty="0"/>
          </a:p>
        </p:txBody>
      </p:sp>
      <p:sp>
        <p:nvSpPr>
          <p:cNvPr id="8" name="AutoShape 4" descr="Fichier:Microsoft-Azure.png — Wikipédia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8986" y="2219324"/>
            <a:ext cx="5259588" cy="272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335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Introduction et objectifs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2024 | ©HeadMind Partners</a:t>
            </a:r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751653" y="4441333"/>
            <a:ext cx="626779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600" dirty="0" smtClean="0"/>
              <a:t>Fournisseurs majeurs :</a:t>
            </a:r>
            <a:endParaRPr lang="fr-FR" sz="2000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dirty="0" smtClean="0"/>
              <a:t>Microsoft Azure</a:t>
            </a:r>
            <a:endParaRPr lang="fr-FR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dirty="0" err="1" smtClean="0"/>
              <a:t>Awazon</a:t>
            </a:r>
            <a:r>
              <a:rPr lang="fr-FR" sz="1400" dirty="0" smtClean="0"/>
              <a:t> Web Services (AWS)</a:t>
            </a:r>
            <a:endParaRPr lang="fr-FR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dirty="0" smtClean="0"/>
              <a:t>Google Cloud Platform (GCP)</a:t>
            </a:r>
            <a:endParaRPr lang="fr-FR" sz="1400" dirty="0"/>
          </a:p>
          <a:p>
            <a:pPr>
              <a:lnSpc>
                <a:spcPct val="150000"/>
              </a:lnSpc>
            </a:pPr>
            <a:r>
              <a:rPr lang="fr-FR" sz="1400" dirty="0" smtClean="0"/>
              <a:t>Nous allons travailler sur le cloud Azure.</a:t>
            </a:r>
            <a:endParaRPr lang="fr-FR" sz="1400" dirty="0"/>
          </a:p>
          <a:p>
            <a:endParaRPr lang="fr-FR" dirty="0"/>
          </a:p>
        </p:txBody>
      </p:sp>
      <p:sp>
        <p:nvSpPr>
          <p:cNvPr id="11" name="ZoneTexte 10"/>
          <p:cNvSpPr txBox="1"/>
          <p:nvPr/>
        </p:nvSpPr>
        <p:spPr>
          <a:xfrm>
            <a:off x="751652" y="1299558"/>
            <a:ext cx="6267797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600" dirty="0" smtClean="0"/>
              <a:t>Qu’est ce qu’un </a:t>
            </a:r>
            <a:r>
              <a:rPr lang="fr-FR" sz="1600" b="1" dirty="0" smtClean="0"/>
              <a:t>cloud</a:t>
            </a:r>
            <a:r>
              <a:rPr lang="fr-FR" sz="1600" dirty="0" smtClean="0"/>
              <a:t> ? </a:t>
            </a:r>
            <a:endParaRPr lang="fr-FR" sz="2000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dirty="0"/>
              <a:t>Ensemble de ressources informatiques (calcul, stockage, réseau) accessibles à distance via </a:t>
            </a:r>
            <a:r>
              <a:rPr lang="fr-FR" sz="1400" dirty="0" smtClean="0"/>
              <a:t>Internet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dirty="0"/>
              <a:t>Services à la demande sans gestion directe de l'infrastructure </a:t>
            </a:r>
            <a:r>
              <a:rPr lang="fr-FR" sz="1400" dirty="0" smtClean="0"/>
              <a:t>physique </a:t>
            </a:r>
            <a:endParaRPr lang="fr-FR" dirty="0"/>
          </a:p>
        </p:txBody>
      </p:sp>
      <p:sp>
        <p:nvSpPr>
          <p:cNvPr id="8" name="AutoShape 4" descr="Fichier:Microsoft-Azure.png — Wikipédia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262" y="4977460"/>
            <a:ext cx="2695075" cy="921716"/>
          </a:xfrm>
          <a:prstGeom prst="rect">
            <a:avLst/>
          </a:prstGeom>
        </p:spPr>
      </p:pic>
      <p:sp>
        <p:nvSpPr>
          <p:cNvPr id="9" name="ZoneTexte 8"/>
          <p:cNvSpPr txBox="1"/>
          <p:nvPr/>
        </p:nvSpPr>
        <p:spPr>
          <a:xfrm>
            <a:off x="751652" y="2879459"/>
            <a:ext cx="6267797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600" dirty="0" smtClean="0"/>
              <a:t>Les différents type de </a:t>
            </a:r>
            <a:r>
              <a:rPr lang="fr-FR" sz="1600" dirty="0" err="1" smtClean="0"/>
              <a:t>clouds</a:t>
            </a:r>
            <a:r>
              <a:rPr lang="fr-FR" sz="1600" dirty="0" smtClean="0"/>
              <a:t> :</a:t>
            </a:r>
            <a:endParaRPr lang="fr-FR" sz="2000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dirty="0" smtClean="0"/>
              <a:t>Cloud publics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dirty="0"/>
              <a:t>Cloud </a:t>
            </a:r>
            <a:r>
              <a:rPr lang="fr-FR" sz="1400" dirty="0" smtClean="0"/>
              <a:t>privés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dirty="0" smtClean="0"/>
              <a:t>Cloud hybrides</a:t>
            </a:r>
            <a:endParaRPr lang="fr-FR" sz="1400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9449" y="1417285"/>
            <a:ext cx="4402657" cy="302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327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Introduction et objectifs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6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2024 | ©HeadMind Partners</a:t>
            </a:r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5156" y="2186250"/>
            <a:ext cx="2876204" cy="2336916"/>
          </a:xfrm>
          <a:prstGeom prst="rect">
            <a:avLst/>
          </a:prstGeom>
        </p:spPr>
      </p:pic>
      <p:sp>
        <p:nvSpPr>
          <p:cNvPr id="11" name="ZoneTexte 10"/>
          <p:cNvSpPr txBox="1"/>
          <p:nvPr/>
        </p:nvSpPr>
        <p:spPr>
          <a:xfrm>
            <a:off x="724073" y="1172324"/>
            <a:ext cx="626779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600" dirty="0" smtClean="0"/>
              <a:t>Pourquoi utiliser un cloud pour réaliser les tâches de la séance ? </a:t>
            </a:r>
          </a:p>
          <a:p>
            <a:pPr>
              <a:lnSpc>
                <a:spcPct val="150000"/>
              </a:lnSpc>
            </a:pPr>
            <a:r>
              <a:rPr lang="fr-FR" sz="1400" b="1" dirty="0" smtClean="0"/>
              <a:t>Azure Machine Learning</a:t>
            </a:r>
            <a:endParaRPr lang="fr-FR" sz="1400" b="1" dirty="0"/>
          </a:p>
          <a:p>
            <a:pPr>
              <a:lnSpc>
                <a:spcPct val="150000"/>
              </a:lnSpc>
            </a:pPr>
            <a:r>
              <a:rPr lang="fr-FR" sz="1400" dirty="0" smtClean="0"/>
              <a:t>Pour l’entraînement de modèles 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dirty="0" smtClean="0"/>
              <a:t>Accès à de la puissance de calcul (CPU/GPU), entraînement possiblement long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dirty="0" err="1" smtClean="0"/>
              <a:t>Scalabilité</a:t>
            </a:r>
            <a:r>
              <a:rPr lang="fr-FR" sz="1400" dirty="0" smtClean="0"/>
              <a:t> possible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1400" dirty="0"/>
          </a:p>
          <a:p>
            <a:pPr>
              <a:lnSpc>
                <a:spcPct val="150000"/>
              </a:lnSpc>
            </a:pPr>
            <a:r>
              <a:rPr lang="fr-FR" sz="1400" dirty="0"/>
              <a:t>Optimiser les </a:t>
            </a:r>
            <a:r>
              <a:rPr lang="fr-FR" sz="1400" dirty="0" err="1"/>
              <a:t>hyperparamètres</a:t>
            </a:r>
            <a:r>
              <a:rPr lang="fr-FR" sz="1400" b="1" dirty="0"/>
              <a:t> </a:t>
            </a:r>
            <a:r>
              <a:rPr lang="fr-FR" sz="1400" dirty="0" smtClean="0"/>
              <a:t>d’entraînements: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dirty="0" smtClean="0"/>
              <a:t>Lancement de plusieurs entraînements avec différents paramètres en parallèle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dirty="0" smtClean="0"/>
              <a:t>Outils directement intégrés</a:t>
            </a:r>
            <a:endParaRPr lang="fr-FR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dirty="0" smtClean="0"/>
              <a:t>Coût réduit pour les entraînements non prometteurs</a:t>
            </a:r>
          </a:p>
          <a:p>
            <a:pPr>
              <a:lnSpc>
                <a:spcPct val="150000"/>
              </a:lnSpc>
            </a:pPr>
            <a:endParaRPr lang="fr-FR" sz="1200" dirty="0" smtClean="0"/>
          </a:p>
          <a:p>
            <a:pPr>
              <a:lnSpc>
                <a:spcPct val="150000"/>
              </a:lnSpc>
            </a:pPr>
            <a:r>
              <a:rPr lang="fr-FR" sz="1400" dirty="0" smtClean="0"/>
              <a:t>Déploiement de modèles: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dirty="0" smtClean="0"/>
              <a:t>Azure Machine Learning met à disposition des « </a:t>
            </a:r>
            <a:r>
              <a:rPr lang="fr-FR" sz="1400" dirty="0" err="1" smtClean="0"/>
              <a:t>endpoints</a:t>
            </a:r>
            <a:r>
              <a:rPr lang="fr-FR" sz="1400" dirty="0" smtClean="0"/>
              <a:t> » managés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dirty="0" err="1" smtClean="0"/>
              <a:t>Scalabilité</a:t>
            </a:r>
            <a:r>
              <a:rPr lang="fr-FR" sz="1400" dirty="0" smtClean="0"/>
              <a:t> possible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1989031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Entraînement du modèle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FR" dirty="0" smtClean="0"/>
              <a:t>Données, démonstration sur Azure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98287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Dataset</a:t>
            </a:r>
            <a:r>
              <a:rPr lang="fr-FR" dirty="0" smtClean="0"/>
              <a:t> d’entraînement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8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2024 | ©HeadMind Partners</a:t>
            </a:r>
            <a:endParaRPr lang="fr-FR" dirty="0"/>
          </a:p>
        </p:txBody>
      </p:sp>
      <p:pic>
        <p:nvPicPr>
          <p:cNvPr id="13" name="Im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0852" y="3264992"/>
            <a:ext cx="917784" cy="839911"/>
          </a:xfrm>
          <a:prstGeom prst="rect">
            <a:avLst/>
          </a:prstGeom>
        </p:spPr>
      </p:pic>
      <p:sp>
        <p:nvSpPr>
          <p:cNvPr id="9" name="Espace réservé du texte 8"/>
          <p:cNvSpPr>
            <a:spLocks noGrp="1"/>
          </p:cNvSpPr>
          <p:nvPr>
            <p:ph type="body" sz="quarter" idx="14"/>
          </p:nvPr>
        </p:nvSpPr>
        <p:spPr>
          <a:xfrm>
            <a:off x="594389" y="1348953"/>
            <a:ext cx="11137237" cy="4467225"/>
          </a:xfrm>
        </p:spPr>
        <p:txBody>
          <a:bodyPr/>
          <a:lstStyle/>
          <a:p>
            <a:pPr marL="0" indent="0">
              <a:buNone/>
            </a:pPr>
            <a:r>
              <a:rPr lang="fr-FR" dirty="0" smtClean="0"/>
              <a:t>Qu’est ce que MNIST :</a:t>
            </a:r>
          </a:p>
          <a:p>
            <a:r>
              <a:rPr lang="en-US" b="1" dirty="0" smtClean="0"/>
              <a:t>M</a:t>
            </a:r>
            <a:r>
              <a:rPr lang="en-US" dirty="0" smtClean="0"/>
              <a:t>odified </a:t>
            </a:r>
            <a:r>
              <a:rPr lang="en-US" b="1" dirty="0" smtClean="0"/>
              <a:t>N</a:t>
            </a:r>
            <a:r>
              <a:rPr lang="en-US" dirty="0" smtClean="0"/>
              <a:t>ational </a:t>
            </a:r>
            <a:r>
              <a:rPr lang="en-US" b="1" dirty="0"/>
              <a:t>I</a:t>
            </a:r>
            <a:r>
              <a:rPr lang="en-US" dirty="0"/>
              <a:t>nstitute of </a:t>
            </a:r>
            <a:r>
              <a:rPr lang="en-US" b="1" dirty="0" smtClean="0"/>
              <a:t>S</a:t>
            </a:r>
            <a:r>
              <a:rPr lang="en-US" dirty="0" smtClean="0"/>
              <a:t>tandards </a:t>
            </a:r>
            <a:r>
              <a:rPr lang="en-US" dirty="0"/>
              <a:t>and </a:t>
            </a:r>
            <a:r>
              <a:rPr lang="en-US" b="1" dirty="0" smtClean="0"/>
              <a:t>T</a:t>
            </a:r>
            <a:r>
              <a:rPr lang="en-US" dirty="0" smtClean="0"/>
              <a:t>echnology</a:t>
            </a:r>
          </a:p>
          <a:p>
            <a:r>
              <a:rPr lang="en-US" dirty="0" smtClean="0"/>
              <a:t>70 000 images de digits </a:t>
            </a:r>
            <a:r>
              <a:rPr lang="en-US" dirty="0" err="1" smtClean="0"/>
              <a:t>en</a:t>
            </a:r>
            <a:r>
              <a:rPr lang="en-US" dirty="0" smtClean="0"/>
              <a:t> </a:t>
            </a:r>
            <a:r>
              <a:rPr lang="en-US" dirty="0" err="1" smtClean="0"/>
              <a:t>niveau</a:t>
            </a:r>
            <a:r>
              <a:rPr lang="en-US" dirty="0" smtClean="0"/>
              <a:t> de </a:t>
            </a:r>
            <a:r>
              <a:rPr lang="en-US" dirty="0" err="1" smtClean="0"/>
              <a:t>gris</a:t>
            </a:r>
            <a:endParaRPr lang="en-US" dirty="0" smtClean="0"/>
          </a:p>
          <a:p>
            <a:r>
              <a:rPr lang="en-US" dirty="0" smtClean="0"/>
              <a:t>60 000 images </a:t>
            </a:r>
            <a:r>
              <a:rPr lang="en-US" dirty="0" err="1" smtClean="0"/>
              <a:t>d’entraînement</a:t>
            </a:r>
            <a:r>
              <a:rPr lang="en-US" dirty="0" smtClean="0"/>
              <a:t> et 10 000 images de test</a:t>
            </a:r>
          </a:p>
          <a:p>
            <a:r>
              <a:rPr lang="en-US" dirty="0" err="1" smtClean="0"/>
              <a:t>Créé</a:t>
            </a:r>
            <a:r>
              <a:rPr lang="en-US" dirty="0" smtClean="0"/>
              <a:t> par Yan </a:t>
            </a:r>
            <a:r>
              <a:rPr lang="en-US" dirty="0" err="1" smtClean="0"/>
              <a:t>LeCun</a:t>
            </a:r>
            <a:endParaRPr lang="en-US" dirty="0" smtClean="0"/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r>
              <a:rPr lang="fr-FR" dirty="0" smtClean="0"/>
              <a:t>Pourquoi ce </a:t>
            </a:r>
            <a:r>
              <a:rPr lang="fr-FR" dirty="0" err="1" smtClean="0"/>
              <a:t>dataset</a:t>
            </a:r>
            <a:r>
              <a:rPr lang="fr-FR" dirty="0" smtClean="0"/>
              <a:t> ?</a:t>
            </a:r>
          </a:p>
          <a:p>
            <a:r>
              <a:rPr lang="fr-FR" dirty="0" err="1" smtClean="0"/>
              <a:t>Dataset</a:t>
            </a:r>
            <a:r>
              <a:rPr lang="fr-FR" dirty="0" smtClean="0"/>
              <a:t> de référence pour les algorithmes de ML</a:t>
            </a:r>
          </a:p>
          <a:p>
            <a:r>
              <a:rPr lang="fr-FR" dirty="0" smtClean="0"/>
              <a:t>Peu complexe</a:t>
            </a:r>
          </a:p>
          <a:p>
            <a:r>
              <a:rPr lang="fr-FR" dirty="0" smtClean="0"/>
              <a:t>Idéal pour l’initiation</a:t>
            </a:r>
            <a:endParaRPr lang="fr-FR" dirty="0"/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 rotWithShape="1">
          <a:blip r:embed="rId3"/>
          <a:srcRect l="39308"/>
          <a:stretch/>
        </p:blipFill>
        <p:spPr>
          <a:xfrm>
            <a:off x="8782050" y="2868413"/>
            <a:ext cx="2757487" cy="1628775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 rotWithShape="1">
          <a:blip r:embed="rId3"/>
          <a:srcRect r="86059"/>
          <a:stretch/>
        </p:blipFill>
        <p:spPr>
          <a:xfrm>
            <a:off x="8148636" y="2868412"/>
            <a:ext cx="633414" cy="1628775"/>
          </a:xfrm>
          <a:prstGeom prst="rect">
            <a:avLst/>
          </a:prstGeom>
        </p:spPr>
      </p:pic>
      <p:sp>
        <p:nvSpPr>
          <p:cNvPr id="14" name="ZoneTexte 13"/>
          <p:cNvSpPr txBox="1"/>
          <p:nvPr/>
        </p:nvSpPr>
        <p:spPr>
          <a:xfrm>
            <a:off x="11018840" y="3484984"/>
            <a:ext cx="391610" cy="307777"/>
          </a:xfrm>
          <a:prstGeom prst="rect">
            <a:avLst/>
          </a:prstGeom>
          <a:solidFill>
            <a:srgbClr val="FFAB40"/>
          </a:solidFill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 3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14395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Entraînement du modèle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9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2024 | ©HeadMind Partners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4"/>
          </p:nvPr>
        </p:nvSpPr>
        <p:spPr>
          <a:xfrm>
            <a:off x="5202604" y="4894268"/>
            <a:ext cx="1771650" cy="1049137"/>
          </a:xfrm>
        </p:spPr>
        <p:txBody>
          <a:bodyPr/>
          <a:lstStyle/>
          <a:p>
            <a:pPr marL="0" indent="0">
              <a:buNone/>
            </a:pPr>
            <a:r>
              <a:rPr lang="fr-FR" dirty="0" smtClean="0"/>
              <a:t>Partie 1 du TP !</a:t>
            </a:r>
            <a:endParaRPr lang="fr-FR" dirty="0"/>
          </a:p>
        </p:txBody>
      </p:sp>
      <p:pic>
        <p:nvPicPr>
          <p:cNvPr id="11" name="Picture 2" descr="👨‍💻 Informaticien Emoj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5528" y="1544634"/>
            <a:ext cx="3165803" cy="3165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3275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Tuning</a:t>
            </a:r>
            <a:r>
              <a:rPr lang="fr-FR" dirty="0" smtClean="0"/>
              <a:t> des </a:t>
            </a:r>
            <a:r>
              <a:rPr lang="fr-FR" dirty="0" err="1" smtClean="0"/>
              <a:t>hyperparamètres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10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2024 | ©HeadMind Partners</a:t>
            </a:r>
            <a:endParaRPr lang="fr-FR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 smtClean="0"/>
              <a:t>Qu’est ce que c’est ?</a:t>
            </a:r>
          </a:p>
          <a:p>
            <a:r>
              <a:rPr lang="fr-FR" dirty="0" smtClean="0"/>
              <a:t>Optimiser les </a:t>
            </a:r>
            <a:r>
              <a:rPr lang="fr-FR" b="1" dirty="0" err="1" smtClean="0"/>
              <a:t>hyperparamètres</a:t>
            </a:r>
            <a:r>
              <a:rPr lang="fr-FR" dirty="0" smtClean="0"/>
              <a:t> d’un modèle (batch size, nombre de neurones…)</a:t>
            </a:r>
          </a:p>
          <a:p>
            <a:r>
              <a:rPr lang="fr-FR" dirty="0" smtClean="0"/>
              <a:t>Ces modifications vont influencer l’entraînement du modèle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dirty="0" smtClean="0"/>
              <a:t>Dans ce TP, Azure met à disposition une méthode : </a:t>
            </a:r>
            <a:r>
              <a:rPr lang="fr-FR" b="1" dirty="0" err="1" smtClean="0"/>
              <a:t>sweep</a:t>
            </a:r>
            <a:r>
              <a:rPr lang="fr-FR" dirty="0" smtClean="0"/>
              <a:t> </a:t>
            </a:r>
          </a:p>
          <a:p>
            <a:r>
              <a:rPr lang="fr-FR" dirty="0" smtClean="0"/>
              <a:t>Il faut choisir plusieurs valeurs possibles pour nos paramètres</a:t>
            </a:r>
          </a:p>
          <a:p>
            <a:r>
              <a:rPr lang="fr-FR" dirty="0" smtClean="0"/>
              <a:t>Cette méthode va tester toutes ou certaines combinaisons de paramètres et trouver l’entraînement qui va produire le meilleur modèle final</a:t>
            </a:r>
          </a:p>
          <a:p>
            <a:r>
              <a:rPr lang="fr-FR" dirty="0" smtClean="0"/>
              <a:t> Il faut choisir aussi un seuil de tolérance qui permet d’arrêter l’entrainement si on s’aperçoit que le modèle ne sera pas bon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92080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Déploiement du modèle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FR" dirty="0" smtClean="0"/>
              <a:t>Fonctionnement, inférence en temps réel et en lot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41287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Endpoints</a:t>
            </a:r>
            <a:r>
              <a:rPr lang="fr-FR" dirty="0" smtClean="0"/>
              <a:t> et déploiements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2024 | ©HeadMind Partners</a:t>
            </a:r>
            <a:endParaRPr lang="fr-FR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527381" y="1568450"/>
            <a:ext cx="11502693" cy="4467225"/>
          </a:xfrm>
        </p:spPr>
        <p:txBody>
          <a:bodyPr/>
          <a:lstStyle/>
          <a:p>
            <a:pPr marL="0" indent="0">
              <a:buNone/>
            </a:pPr>
            <a:r>
              <a:rPr lang="fr-FR" b="1" dirty="0" err="1" smtClean="0"/>
              <a:t>Endpoint</a:t>
            </a:r>
            <a:r>
              <a:rPr lang="fr-FR" dirty="0" smtClean="0"/>
              <a:t> ? (Point de terminaison)</a:t>
            </a:r>
          </a:p>
          <a:p>
            <a:pPr algn="just"/>
            <a:r>
              <a:rPr lang="fr-FR" dirty="0"/>
              <a:t>L'</a:t>
            </a:r>
            <a:r>
              <a:rPr lang="fr-FR" dirty="0" err="1"/>
              <a:t>endpoint</a:t>
            </a:r>
            <a:r>
              <a:rPr lang="fr-FR" dirty="0"/>
              <a:t> est un </a:t>
            </a:r>
            <a:r>
              <a:rPr lang="fr-FR" dirty="0" smtClean="0"/>
              <a:t>serveur.</a:t>
            </a:r>
            <a:r>
              <a:rPr lang="fr-FR" dirty="0"/>
              <a:t> Il gère les requêtes qu'il </a:t>
            </a:r>
            <a:r>
              <a:rPr lang="fr-FR" dirty="0" smtClean="0"/>
              <a:t>reçoit</a:t>
            </a:r>
            <a:r>
              <a:rPr lang="fr-FR" dirty="0"/>
              <a:t> distribue les calculs pour </a:t>
            </a:r>
            <a:r>
              <a:rPr lang="fr-FR" dirty="0" smtClean="0"/>
              <a:t>une    réponse</a:t>
            </a:r>
            <a:r>
              <a:rPr lang="fr-FR" dirty="0"/>
              <a:t> avec un </a:t>
            </a:r>
            <a:r>
              <a:rPr lang="fr-FR" dirty="0" smtClean="0"/>
              <a:t> minimum</a:t>
            </a:r>
            <a:r>
              <a:rPr lang="fr-FR" dirty="0"/>
              <a:t> de latence. On expose donc un modèle via une API, permettant aux </a:t>
            </a:r>
            <a:r>
              <a:rPr lang="fr-FR" dirty="0" smtClean="0"/>
              <a:t>applications d'envoyer</a:t>
            </a:r>
            <a:r>
              <a:rPr lang="fr-FR" dirty="0"/>
              <a:t> des données et de recevoir des prédictions.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Un </a:t>
            </a:r>
            <a:r>
              <a:rPr lang="fr-FR" b="1" dirty="0"/>
              <a:t>déploiement</a:t>
            </a:r>
            <a:r>
              <a:rPr lang="fr-FR" dirty="0"/>
              <a:t> sur un </a:t>
            </a:r>
            <a:r>
              <a:rPr lang="fr-FR" dirty="0" err="1"/>
              <a:t>endpoint</a:t>
            </a:r>
            <a:r>
              <a:rPr lang="fr-FR" dirty="0"/>
              <a:t> </a:t>
            </a:r>
            <a:r>
              <a:rPr lang="fr-FR" dirty="0" smtClean="0"/>
              <a:t>est</a:t>
            </a:r>
            <a:r>
              <a:rPr lang="fr-FR" dirty="0"/>
              <a:t> l'allocation d'une </a:t>
            </a:r>
            <a:r>
              <a:rPr lang="fr-FR" dirty="0" smtClean="0"/>
              <a:t>ressource</a:t>
            </a:r>
            <a:r>
              <a:rPr lang="fr-FR" dirty="0"/>
              <a:t> </a:t>
            </a:r>
            <a:r>
              <a:rPr lang="fr-FR" dirty="0" smtClean="0"/>
              <a:t>hébergeant</a:t>
            </a:r>
            <a:r>
              <a:rPr lang="fr-FR" dirty="0"/>
              <a:t> </a:t>
            </a:r>
            <a:r>
              <a:rPr lang="fr-FR" dirty="0" smtClean="0"/>
              <a:t>un</a:t>
            </a:r>
            <a:r>
              <a:rPr lang="fr-FR" dirty="0"/>
              <a:t> modèle et le rend accessible </a:t>
            </a:r>
            <a:r>
              <a:rPr lang="fr-FR" dirty="0" smtClean="0"/>
              <a:t>via une</a:t>
            </a:r>
            <a:r>
              <a:rPr lang="fr-FR" dirty="0"/>
              <a:t> API pour inférence</a:t>
            </a:r>
            <a:r>
              <a:rPr lang="fr-FR" dirty="0" smtClean="0"/>
              <a:t>.</a:t>
            </a: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0476" y="4206987"/>
            <a:ext cx="4378692" cy="182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928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Batch vs Streaming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13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2024 | ©HeadMind Partners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/>
          </p:nvPr>
        </p:nvSpPr>
        <p:spPr>
          <a:xfrm>
            <a:off x="818228" y="2845802"/>
            <a:ext cx="4557487" cy="3132088"/>
          </a:xfrm>
        </p:spPr>
        <p:txBody>
          <a:bodyPr/>
          <a:lstStyle/>
          <a:p>
            <a:r>
              <a:rPr lang="fr-FR" dirty="0"/>
              <a:t>Idée : traiter de grande quantité de données en parallélisant les calculs notamment à l’aide de GPU</a:t>
            </a:r>
            <a:r>
              <a:rPr lang="fr-FR" dirty="0" smtClean="0"/>
              <a:t>.</a:t>
            </a:r>
          </a:p>
          <a:p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Accélère le traitement de données et optimise l’utilisation des ressources de calculs ce qui réduit les coûts </a:t>
            </a:r>
            <a:r>
              <a:rPr lang="fr-FR" dirty="0" smtClean="0"/>
              <a:t>d’utilisation</a:t>
            </a:r>
          </a:p>
          <a:p>
            <a:pPr marL="285750" indent="-285750">
              <a:buFontTx/>
              <a:buChar char="-"/>
            </a:pPr>
            <a:r>
              <a:rPr lang="fr-FR" dirty="0" smtClean="0"/>
              <a:t>Entraine des latences à l’inférence.</a:t>
            </a:r>
          </a:p>
          <a:p>
            <a:pPr marL="285750" indent="-285750">
              <a:buFontTx/>
              <a:buChar char="-"/>
            </a:pPr>
            <a:endParaRPr lang="fr-FR" dirty="0" smtClean="0"/>
          </a:p>
          <a:p>
            <a:r>
              <a:rPr lang="fr-FR" dirty="0" smtClean="0"/>
              <a:t>Exemple : </a:t>
            </a:r>
          </a:p>
          <a:p>
            <a:r>
              <a:rPr lang="fr-FR" dirty="0" smtClean="0"/>
              <a:t>Classification d’images, réglage d’</a:t>
            </a:r>
            <a:r>
              <a:rPr lang="fr-FR" dirty="0" err="1" smtClean="0"/>
              <a:t>hyperparamètres</a:t>
            </a:r>
            <a:endParaRPr lang="fr-FR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fr-FR" dirty="0"/>
              <a:t>Inférence en batch</a:t>
            </a: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9"/>
          </p:nvPr>
        </p:nvSpPr>
        <p:spPr>
          <a:xfrm>
            <a:off x="6612146" y="2845802"/>
            <a:ext cx="4557487" cy="3131486"/>
          </a:xfrm>
        </p:spPr>
        <p:txBody>
          <a:bodyPr/>
          <a:lstStyle/>
          <a:p>
            <a:r>
              <a:rPr lang="fr-FR" dirty="0" smtClean="0"/>
              <a:t>Idée : traiter les données en temps réel au fur et à mesure qu’elles sont collectées.</a:t>
            </a:r>
          </a:p>
          <a:p>
            <a:endParaRPr lang="fr-FR" dirty="0" smtClean="0"/>
          </a:p>
          <a:p>
            <a:pPr marL="285750" indent="-285750">
              <a:buFontTx/>
              <a:buChar char="-"/>
            </a:pPr>
            <a:r>
              <a:rPr lang="fr-FR" dirty="0" smtClean="0"/>
              <a:t>Temps réel</a:t>
            </a:r>
          </a:p>
          <a:p>
            <a:pPr marL="285750" indent="-285750">
              <a:buFontTx/>
              <a:buChar char="-"/>
            </a:pPr>
            <a:r>
              <a:rPr lang="fr-FR" dirty="0" smtClean="0"/>
              <a:t>Nécessite une pipeline de </a:t>
            </a:r>
            <a:r>
              <a:rPr lang="fr-FR" dirty="0" err="1" smtClean="0"/>
              <a:t>préprocessing</a:t>
            </a:r>
            <a:r>
              <a:rPr lang="fr-FR" dirty="0" smtClean="0"/>
              <a:t> efficace</a:t>
            </a:r>
          </a:p>
          <a:p>
            <a:pPr marL="285750" indent="-285750">
              <a:buFontTx/>
              <a:buChar char="-"/>
            </a:pPr>
            <a:r>
              <a:rPr lang="fr-FR" dirty="0" smtClean="0"/>
              <a:t>L’exigence de temps réel ou quasi-réel limite la complexité des modèles à utiliser.</a:t>
            </a:r>
          </a:p>
          <a:p>
            <a:endParaRPr lang="fr-FR" dirty="0"/>
          </a:p>
          <a:p>
            <a:r>
              <a:rPr lang="fr-FR" dirty="0" smtClean="0"/>
              <a:t>Exemple :</a:t>
            </a:r>
          </a:p>
          <a:p>
            <a:r>
              <a:rPr lang="fr-FR" dirty="0" smtClean="0"/>
              <a:t>Système de recommandation, </a:t>
            </a:r>
            <a:r>
              <a:rPr lang="fr-FR" dirty="0" err="1" smtClean="0"/>
              <a:t>chatbot</a:t>
            </a:r>
            <a:endParaRPr lang="fr-FR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fr-FR" dirty="0" smtClean="0"/>
              <a:t>Streaming sur un </a:t>
            </a:r>
            <a:r>
              <a:rPr lang="fr-FR" dirty="0" err="1" smtClean="0"/>
              <a:t>endpoint</a:t>
            </a:r>
            <a:endParaRPr lang="fr-FR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940" y="2069249"/>
            <a:ext cx="735330" cy="735330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5390" y="2122589"/>
            <a:ext cx="628650" cy="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055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Montée en charge de l’</a:t>
            </a:r>
            <a:r>
              <a:rPr lang="fr-FR" dirty="0" err="1" smtClean="0"/>
              <a:t>endpoint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FR" dirty="0" smtClean="0"/>
              <a:t>Utilisation de </a:t>
            </a:r>
            <a:r>
              <a:rPr lang="fr-FR" dirty="0" err="1" smtClean="0"/>
              <a:t>Locust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821144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Montée en charge de l’</a:t>
            </a:r>
            <a:r>
              <a:rPr lang="fr-FR" dirty="0" err="1" smtClean="0"/>
              <a:t>endpoint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 smtClean="0"/>
              <a:t>On va tester la capacité du service à </a:t>
            </a:r>
            <a:r>
              <a:rPr lang="fr-FR" b="1" dirty="0"/>
              <a:t>gérer l'augmentation du </a:t>
            </a:r>
            <a:r>
              <a:rPr lang="fr-FR" b="1" dirty="0" smtClean="0"/>
              <a:t>trafic</a:t>
            </a:r>
          </a:p>
          <a:p>
            <a:r>
              <a:rPr lang="fr-FR" dirty="0" smtClean="0"/>
              <a:t>Envoie de nombreuses requêtes API en parallèles</a:t>
            </a:r>
          </a:p>
          <a:p>
            <a:r>
              <a:rPr lang="fr-FR" dirty="0" smtClean="0"/>
              <a:t>Observation du temps de réponse moyen et du nombre d’erreur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dirty="0" smtClean="0"/>
              <a:t>Utilisation de </a:t>
            </a:r>
            <a:r>
              <a:rPr lang="fr-FR" b="1" dirty="0" err="1" smtClean="0"/>
              <a:t>Locust</a:t>
            </a:r>
            <a:r>
              <a:rPr lang="fr-FR" dirty="0" smtClean="0"/>
              <a:t> :</a:t>
            </a:r>
          </a:p>
          <a:p>
            <a:r>
              <a:rPr lang="fr-FR" dirty="0" smtClean="0"/>
              <a:t>Outil de test de charge Open Source</a:t>
            </a:r>
          </a:p>
          <a:p>
            <a:r>
              <a:rPr lang="fr-FR" dirty="0" smtClean="0"/>
              <a:t>Permet de simuler de nombreux utilisateurs simultanés</a:t>
            </a:r>
          </a:p>
          <a:p>
            <a:r>
              <a:rPr lang="fr-FR" dirty="0" smtClean="0"/>
              <a:t>Interface intuitive</a:t>
            </a:r>
          </a:p>
          <a:p>
            <a:endParaRPr lang="fr-FR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2024 | ©HeadMind Partners</a:t>
            </a:r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5700" y="3525774"/>
            <a:ext cx="1371600" cy="1179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296694"/>
      </p:ext>
    </p:extLst>
  </p:cSld>
  <p:clrMapOvr>
    <a:masterClrMapping/>
  </p:clrMapOvr>
</p:sld>
</file>

<file path=ppt/theme/theme1.xml><?xml version="1.0" encoding="utf-8"?>
<a:theme xmlns:a="http://schemas.openxmlformats.org/drawingml/2006/main" name="NEW HeadMind Partners">
  <a:themeElements>
    <a:clrScheme name="Personnalisé 2">
      <a:dk1>
        <a:srgbClr val="00263A"/>
      </a:dk1>
      <a:lt1>
        <a:srgbClr val="FFFFFF"/>
      </a:lt1>
      <a:dk2>
        <a:srgbClr val="003057"/>
      </a:dk2>
      <a:lt2>
        <a:srgbClr val="E8E8E8"/>
      </a:lt2>
      <a:accent1>
        <a:srgbClr val="003057"/>
      </a:accent1>
      <a:accent2>
        <a:srgbClr val="0F4379"/>
      </a:accent2>
      <a:accent3>
        <a:srgbClr val="007DBA"/>
      </a:accent3>
      <a:accent4>
        <a:srgbClr val="5BC2E7"/>
      </a:accent4>
      <a:accent5>
        <a:srgbClr val="C00000"/>
      </a:accent5>
      <a:accent6>
        <a:srgbClr val="FFFFFF"/>
      </a:accent6>
      <a:hlink>
        <a:srgbClr val="C00000"/>
      </a:hlink>
      <a:folHlink>
        <a:srgbClr val="007DBA"/>
      </a:folHlink>
    </a:clrScheme>
    <a:fontScheme name="Polices Beijaflore">
      <a:majorFont>
        <a:latin typeface="Franklin Gothic Boo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arte HeadMind Partners 2024" id="{455D27FD-681B-4269-9DB4-E515FEB5C9D5}" vid="{99F535D0-B694-43D3-A926-E22BF183EB1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Charte HeadMind Partners 2024</Template>
  <TotalTime>3505</TotalTime>
  <Words>830</Words>
  <Application>Microsoft Office PowerPoint</Application>
  <PresentationFormat>Grand écran</PresentationFormat>
  <Paragraphs>137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1" baseType="lpstr">
      <vt:lpstr>Arial</vt:lpstr>
      <vt:lpstr>Browallia New</vt:lpstr>
      <vt:lpstr>Calibri</vt:lpstr>
      <vt:lpstr>Franklin Gothic Book</vt:lpstr>
      <vt:lpstr>Segoe UI</vt:lpstr>
      <vt:lpstr>NEW HeadMind Partners</vt:lpstr>
      <vt:lpstr>3 – Entraîner et déployer un modèle de ML sur Azure avec AzureML</vt:lpstr>
      <vt:lpstr>Présentation PowerPoint</vt:lpstr>
      <vt:lpstr>Introduction</vt:lpstr>
      <vt:lpstr>Introduction et objectifs</vt:lpstr>
      <vt:lpstr>Introduction et objectifs</vt:lpstr>
      <vt:lpstr>Introduction et objectifs</vt:lpstr>
      <vt:lpstr>Entraînement du modèle</vt:lpstr>
      <vt:lpstr>Dataset d’entraînement</vt:lpstr>
      <vt:lpstr>Entraînement du modèle</vt:lpstr>
      <vt:lpstr>Tuning des hyperparamètres</vt:lpstr>
      <vt:lpstr>Déploiement du modèle</vt:lpstr>
      <vt:lpstr>Endpoints et déploiements</vt:lpstr>
      <vt:lpstr>Batch vs Streaming</vt:lpstr>
      <vt:lpstr>Montée en charge de l’endpoint</vt:lpstr>
      <vt:lpstr>Montée en charge de l’endpoint</vt:lpstr>
    </vt:vector>
  </TitlesOfParts>
  <Company>Beijaflore.com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 – Entraîner et déployer un modèle de ML sur GCP avec Vertex AI</dc:title>
  <dc:creator>Hochedez, Arthur</dc:creator>
  <cp:lastModifiedBy>Cabourdin, Nicolas</cp:lastModifiedBy>
  <cp:revision>49</cp:revision>
  <dcterms:created xsi:type="dcterms:W3CDTF">2025-02-11T16:41:08Z</dcterms:created>
  <dcterms:modified xsi:type="dcterms:W3CDTF">2025-05-02T12:49:59Z</dcterms:modified>
</cp:coreProperties>
</file>